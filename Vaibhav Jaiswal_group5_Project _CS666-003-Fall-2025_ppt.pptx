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23"/>
  </p:notesMasterIdLst>
  <p:sldIdLst>
    <p:sldId id="258" r:id="rId2"/>
    <p:sldId id="261" r:id="rId3"/>
    <p:sldId id="273" r:id="rId4"/>
    <p:sldId id="272" r:id="rId5"/>
    <p:sldId id="277" r:id="rId6"/>
    <p:sldId id="262" r:id="rId7"/>
    <p:sldId id="270" r:id="rId8"/>
    <p:sldId id="292" r:id="rId9"/>
    <p:sldId id="278" r:id="rId10"/>
    <p:sldId id="264" r:id="rId11"/>
    <p:sldId id="280" r:id="rId12"/>
    <p:sldId id="290" r:id="rId13"/>
    <p:sldId id="284" r:id="rId14"/>
    <p:sldId id="283" r:id="rId15"/>
    <p:sldId id="285" r:id="rId16"/>
    <p:sldId id="286" r:id="rId17"/>
    <p:sldId id="288" r:id="rId18"/>
    <p:sldId id="281" r:id="rId19"/>
    <p:sldId id="266" r:id="rId20"/>
    <p:sldId id="271" r:id="rId21"/>
    <p:sldId id="274" r:id="rId22"/>
  </p:sldIdLst>
  <p:sldSz cx="9144000" cy="6858000" type="screen4x3"/>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9B3E7"/>
    <a:srgbClr val="FFC7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03" autoAdjust="0"/>
    <p:restoredTop sz="94721"/>
  </p:normalViewPr>
  <p:slideViewPr>
    <p:cSldViewPr snapToGrid="0" snapToObjects="1">
      <p:cViewPr>
        <p:scale>
          <a:sx n="75" d="100"/>
          <a:sy n="75" d="100"/>
        </p:scale>
        <p:origin x="1956"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ata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BB59DC0D-71FC-4988-B086-57259B5BDE22}" type="doc">
      <dgm:prSet loTypeId="urn:microsoft.com/office/officeart/2005/8/layout/default" loCatId="list" qsTypeId="urn:microsoft.com/office/officeart/2005/8/quickstyle/simple2" qsCatId="simple" csTypeId="urn:microsoft.com/office/officeart/2005/8/colors/accent1_2" csCatId="accent1" phldr="1"/>
      <dgm:spPr/>
      <dgm:t>
        <a:bodyPr/>
        <a:lstStyle/>
        <a:p>
          <a:endParaRPr lang="en-US"/>
        </a:p>
      </dgm:t>
    </dgm:pt>
    <dgm:pt modelId="{5DF980CB-774A-4271-83D2-779CDD9C9732}">
      <dgm:prSet/>
      <dgm:spPr/>
      <dgm:t>
        <a:bodyPr/>
        <a:lstStyle/>
        <a:p>
          <a:r>
            <a:rPr lang="en-US" dirty="0">
              <a:latin typeface="Times New Roman" panose="02020603050405020304" pitchFamily="18" charset="0"/>
              <a:cs typeface="Times New Roman" panose="02020603050405020304" pitchFamily="18" charset="0"/>
            </a:rPr>
            <a:t>Introduction</a:t>
          </a:r>
        </a:p>
      </dgm:t>
    </dgm:pt>
    <dgm:pt modelId="{53DCDAD7-46A7-42B3-86D7-7703F4705075}" type="parTrans" cxnId="{70C26253-91CE-4FB2-82AC-BE2A29852F06}">
      <dgm:prSet/>
      <dgm:spPr/>
      <dgm:t>
        <a:bodyPr/>
        <a:lstStyle/>
        <a:p>
          <a:endParaRPr lang="en-US"/>
        </a:p>
      </dgm:t>
    </dgm:pt>
    <dgm:pt modelId="{0EF05A9A-B77C-41A6-A7F5-275A9002BDE5}" type="sibTrans" cxnId="{70C26253-91CE-4FB2-82AC-BE2A29852F06}">
      <dgm:prSet/>
      <dgm:spPr/>
      <dgm:t>
        <a:bodyPr/>
        <a:lstStyle/>
        <a:p>
          <a:endParaRPr lang="en-US"/>
        </a:p>
      </dgm:t>
    </dgm:pt>
    <dgm:pt modelId="{D1EDF102-037E-4ECE-953D-B36337643829}">
      <dgm:prSet/>
      <dgm:spPr/>
      <dgm:t>
        <a:bodyPr/>
        <a:lstStyle/>
        <a:p>
          <a:r>
            <a:rPr lang="en-US" dirty="0">
              <a:latin typeface="Times New Roman" panose="02020603050405020304" pitchFamily="18" charset="0"/>
              <a:cs typeface="Times New Roman" panose="02020603050405020304" pitchFamily="18" charset="0"/>
            </a:rPr>
            <a:t>Applications</a:t>
          </a:r>
        </a:p>
      </dgm:t>
    </dgm:pt>
    <dgm:pt modelId="{10CD2A46-3911-4D46-9673-1A230FE063F1}" type="parTrans" cxnId="{54254A45-AC34-4910-90E7-4D0DD02B2608}">
      <dgm:prSet/>
      <dgm:spPr/>
      <dgm:t>
        <a:bodyPr/>
        <a:lstStyle/>
        <a:p>
          <a:endParaRPr lang="en-US"/>
        </a:p>
      </dgm:t>
    </dgm:pt>
    <dgm:pt modelId="{8890CFFF-F68F-4435-9412-9F64B003388A}" type="sibTrans" cxnId="{54254A45-AC34-4910-90E7-4D0DD02B2608}">
      <dgm:prSet/>
      <dgm:spPr/>
      <dgm:t>
        <a:bodyPr/>
        <a:lstStyle/>
        <a:p>
          <a:endParaRPr lang="en-US"/>
        </a:p>
      </dgm:t>
    </dgm:pt>
    <dgm:pt modelId="{DCD9C3C7-FAF1-4D5E-8E84-8C11C81A27DC}">
      <dgm:prSet/>
      <dgm:spPr/>
      <dgm:t>
        <a:bodyPr/>
        <a:lstStyle/>
        <a:p>
          <a:r>
            <a:rPr lang="en-US" dirty="0">
              <a:latin typeface="Times New Roman" panose="02020603050405020304" pitchFamily="18" charset="0"/>
              <a:cs typeface="Times New Roman" panose="02020603050405020304" pitchFamily="18" charset="0"/>
            </a:rPr>
            <a:t>Literature Review</a:t>
          </a:r>
        </a:p>
      </dgm:t>
    </dgm:pt>
    <dgm:pt modelId="{3218D8C9-B479-49FE-AFE5-131405886075}" type="parTrans" cxnId="{2D68DBA2-16D3-4137-BF36-DA745997FED1}">
      <dgm:prSet/>
      <dgm:spPr/>
      <dgm:t>
        <a:bodyPr/>
        <a:lstStyle/>
        <a:p>
          <a:endParaRPr lang="en-US"/>
        </a:p>
      </dgm:t>
    </dgm:pt>
    <dgm:pt modelId="{07609905-69FB-425F-8B2D-8C6555CEA1D5}" type="sibTrans" cxnId="{2D68DBA2-16D3-4137-BF36-DA745997FED1}">
      <dgm:prSet/>
      <dgm:spPr/>
      <dgm:t>
        <a:bodyPr/>
        <a:lstStyle/>
        <a:p>
          <a:endParaRPr lang="en-US"/>
        </a:p>
      </dgm:t>
    </dgm:pt>
    <dgm:pt modelId="{094CAC57-F407-4070-8C53-135F5CE900D7}">
      <dgm:prSet/>
      <dgm:spPr/>
      <dgm:t>
        <a:bodyPr/>
        <a:lstStyle/>
        <a:p>
          <a:r>
            <a:rPr lang="en-US" dirty="0">
              <a:latin typeface="Times New Roman" panose="02020603050405020304" pitchFamily="18" charset="0"/>
              <a:cs typeface="Times New Roman" panose="02020603050405020304" pitchFamily="18" charset="0"/>
            </a:rPr>
            <a:t>Literature Review – Results</a:t>
          </a:r>
        </a:p>
      </dgm:t>
    </dgm:pt>
    <dgm:pt modelId="{AD839C11-04DE-4821-8729-D5A6E6374DAD}" type="parTrans" cxnId="{0A7D8D23-06A2-4D8C-B061-A4A2F7BB69BB}">
      <dgm:prSet/>
      <dgm:spPr/>
      <dgm:t>
        <a:bodyPr/>
        <a:lstStyle/>
        <a:p>
          <a:endParaRPr lang="en-US"/>
        </a:p>
      </dgm:t>
    </dgm:pt>
    <dgm:pt modelId="{5F408858-0A19-4C50-8CB7-BD4EEB1FBA2A}" type="sibTrans" cxnId="{0A7D8D23-06A2-4D8C-B061-A4A2F7BB69BB}">
      <dgm:prSet/>
      <dgm:spPr/>
      <dgm:t>
        <a:bodyPr/>
        <a:lstStyle/>
        <a:p>
          <a:endParaRPr lang="en-US"/>
        </a:p>
      </dgm:t>
    </dgm:pt>
    <dgm:pt modelId="{C2734533-CDBF-4E77-B17E-E965CA5ADA5D}">
      <dgm:prSet/>
      <dgm:spPr/>
      <dgm:t>
        <a:bodyPr/>
        <a:lstStyle/>
        <a:p>
          <a:r>
            <a:rPr lang="en-US" dirty="0">
              <a:latin typeface="Times New Roman" panose="02020603050405020304" pitchFamily="18" charset="0"/>
              <a:cs typeface="Times New Roman" panose="02020603050405020304" pitchFamily="18" charset="0"/>
            </a:rPr>
            <a:t>Algorithm Approach</a:t>
          </a:r>
        </a:p>
      </dgm:t>
    </dgm:pt>
    <dgm:pt modelId="{3AABB867-5F94-43DA-9E34-E679E85BE36A}" type="parTrans" cxnId="{DECE2110-9186-4444-B28D-A6A3CC9D4A8E}">
      <dgm:prSet/>
      <dgm:spPr/>
      <dgm:t>
        <a:bodyPr/>
        <a:lstStyle/>
        <a:p>
          <a:endParaRPr lang="en-US"/>
        </a:p>
      </dgm:t>
    </dgm:pt>
    <dgm:pt modelId="{4EE5F968-CF84-4D93-B24C-011C3D8195A2}" type="sibTrans" cxnId="{DECE2110-9186-4444-B28D-A6A3CC9D4A8E}">
      <dgm:prSet/>
      <dgm:spPr/>
      <dgm:t>
        <a:bodyPr/>
        <a:lstStyle/>
        <a:p>
          <a:endParaRPr lang="en-US"/>
        </a:p>
      </dgm:t>
    </dgm:pt>
    <dgm:pt modelId="{444280DC-A00A-4D4A-A43D-8641938AFE8F}">
      <dgm:prSet/>
      <dgm:spPr/>
      <dgm:t>
        <a:bodyPr/>
        <a:lstStyle/>
        <a:p>
          <a:r>
            <a:rPr lang="en-US" dirty="0">
              <a:latin typeface="Times New Roman" panose="02020603050405020304" pitchFamily="18" charset="0"/>
              <a:cs typeface="Times New Roman" panose="02020603050405020304" pitchFamily="18" charset="0"/>
            </a:rPr>
            <a:t>Understanding the Functions</a:t>
          </a:r>
        </a:p>
      </dgm:t>
    </dgm:pt>
    <dgm:pt modelId="{045C739A-0CFA-4712-8265-4A9D52837FF5}" type="parTrans" cxnId="{5CB32E91-4994-4BFC-B206-1B62B95476E3}">
      <dgm:prSet/>
      <dgm:spPr/>
      <dgm:t>
        <a:bodyPr/>
        <a:lstStyle/>
        <a:p>
          <a:endParaRPr lang="en-US"/>
        </a:p>
      </dgm:t>
    </dgm:pt>
    <dgm:pt modelId="{8CA6E5A8-EE35-49B0-9A62-FD1FBCFA5C07}" type="sibTrans" cxnId="{5CB32E91-4994-4BFC-B206-1B62B95476E3}">
      <dgm:prSet/>
      <dgm:spPr/>
      <dgm:t>
        <a:bodyPr/>
        <a:lstStyle/>
        <a:p>
          <a:endParaRPr lang="en-US"/>
        </a:p>
      </dgm:t>
    </dgm:pt>
    <dgm:pt modelId="{3669601A-6E12-464C-9BB8-B540E5CA760C}">
      <dgm:prSet/>
      <dgm:spPr/>
      <dgm:t>
        <a:bodyPr/>
        <a:lstStyle/>
        <a:p>
          <a:r>
            <a:rPr lang="en-US" dirty="0">
              <a:latin typeface="Times New Roman" panose="02020603050405020304" pitchFamily="18" charset="0"/>
              <a:cs typeface="Times New Roman" panose="02020603050405020304" pitchFamily="18" charset="0"/>
            </a:rPr>
            <a:t>Obtained Results</a:t>
          </a:r>
        </a:p>
      </dgm:t>
    </dgm:pt>
    <dgm:pt modelId="{04B14C87-62E2-40B1-BB41-5B29733DD5F9}" type="parTrans" cxnId="{9C23B3CE-1F85-44EB-908A-6FC7E1CE1AB3}">
      <dgm:prSet/>
      <dgm:spPr/>
      <dgm:t>
        <a:bodyPr/>
        <a:lstStyle/>
        <a:p>
          <a:endParaRPr lang="en-US"/>
        </a:p>
      </dgm:t>
    </dgm:pt>
    <dgm:pt modelId="{DCD1C5FD-6E2F-44CE-BCF1-16FB994D3676}" type="sibTrans" cxnId="{9C23B3CE-1F85-44EB-908A-6FC7E1CE1AB3}">
      <dgm:prSet/>
      <dgm:spPr/>
      <dgm:t>
        <a:bodyPr/>
        <a:lstStyle/>
        <a:p>
          <a:endParaRPr lang="en-US"/>
        </a:p>
      </dgm:t>
    </dgm:pt>
    <dgm:pt modelId="{856F7F7F-98A3-4919-860E-847C40F1DC19}">
      <dgm:prSet/>
      <dgm:spPr/>
      <dgm:t>
        <a:bodyPr/>
        <a:lstStyle/>
        <a:p>
          <a:r>
            <a:rPr lang="en-US" dirty="0">
              <a:latin typeface="Times New Roman" panose="02020603050405020304" pitchFamily="18" charset="0"/>
              <a:cs typeface="Times New Roman" panose="02020603050405020304" pitchFamily="18" charset="0"/>
            </a:rPr>
            <a:t>Conclusion &amp; Future Work</a:t>
          </a:r>
        </a:p>
      </dgm:t>
    </dgm:pt>
    <dgm:pt modelId="{1F0BE5BE-F95B-4A2E-8A12-5E60AE7A94F2}" type="parTrans" cxnId="{5B79DBD6-39F8-4031-9B26-4BD40CACA3B2}">
      <dgm:prSet/>
      <dgm:spPr/>
      <dgm:t>
        <a:bodyPr/>
        <a:lstStyle/>
        <a:p>
          <a:endParaRPr lang="en-US"/>
        </a:p>
      </dgm:t>
    </dgm:pt>
    <dgm:pt modelId="{E8BB187A-48F2-4B41-BF54-22C5D8DDFA15}" type="sibTrans" cxnId="{5B79DBD6-39F8-4031-9B26-4BD40CACA3B2}">
      <dgm:prSet/>
      <dgm:spPr/>
      <dgm:t>
        <a:bodyPr/>
        <a:lstStyle/>
        <a:p>
          <a:endParaRPr lang="en-US"/>
        </a:p>
      </dgm:t>
    </dgm:pt>
    <dgm:pt modelId="{1C00D08C-8DA1-4FFE-A392-AC80403FA557}">
      <dgm:prSet/>
      <dgm:spPr/>
      <dgm:t>
        <a:bodyPr/>
        <a:lstStyle/>
        <a:p>
          <a:r>
            <a:rPr lang="en-US" dirty="0">
              <a:latin typeface="Times New Roman" panose="02020603050405020304" pitchFamily="18" charset="0"/>
              <a:cs typeface="Times New Roman" panose="02020603050405020304" pitchFamily="18" charset="0"/>
            </a:rPr>
            <a:t>References</a:t>
          </a:r>
        </a:p>
      </dgm:t>
    </dgm:pt>
    <dgm:pt modelId="{70ADB257-24FE-4CBF-A851-F69408E4995B}" type="sibTrans" cxnId="{0713A7FF-8967-47B0-BEB5-D083CF464AA0}">
      <dgm:prSet/>
      <dgm:spPr/>
      <dgm:t>
        <a:bodyPr/>
        <a:lstStyle/>
        <a:p>
          <a:endParaRPr lang="en-US"/>
        </a:p>
      </dgm:t>
    </dgm:pt>
    <dgm:pt modelId="{3166D836-1558-48AE-9A40-0834140D5DB9}" type="parTrans" cxnId="{0713A7FF-8967-47B0-BEB5-D083CF464AA0}">
      <dgm:prSet/>
      <dgm:spPr/>
      <dgm:t>
        <a:bodyPr/>
        <a:lstStyle/>
        <a:p>
          <a:endParaRPr lang="en-US"/>
        </a:p>
      </dgm:t>
    </dgm:pt>
    <dgm:pt modelId="{775E16FA-8095-419A-B3E0-D97DD294296D}" type="pres">
      <dgm:prSet presAssocID="{BB59DC0D-71FC-4988-B086-57259B5BDE22}" presName="diagram" presStyleCnt="0">
        <dgm:presLayoutVars>
          <dgm:dir/>
          <dgm:resizeHandles val="exact"/>
        </dgm:presLayoutVars>
      </dgm:prSet>
      <dgm:spPr/>
    </dgm:pt>
    <dgm:pt modelId="{19BD3DA4-6D32-4CC4-9E73-EEC9B220FC66}" type="pres">
      <dgm:prSet presAssocID="{5DF980CB-774A-4271-83D2-779CDD9C9732}" presName="node" presStyleLbl="node1" presStyleIdx="0" presStyleCnt="9">
        <dgm:presLayoutVars>
          <dgm:bulletEnabled val="1"/>
        </dgm:presLayoutVars>
      </dgm:prSet>
      <dgm:spPr/>
    </dgm:pt>
    <dgm:pt modelId="{399FDC4E-CC38-4582-B460-844F75855171}" type="pres">
      <dgm:prSet presAssocID="{0EF05A9A-B77C-41A6-A7F5-275A9002BDE5}" presName="sibTrans" presStyleCnt="0"/>
      <dgm:spPr/>
    </dgm:pt>
    <dgm:pt modelId="{4EEA26CC-0918-47B6-85DF-56E9385CD5DF}" type="pres">
      <dgm:prSet presAssocID="{D1EDF102-037E-4ECE-953D-B36337643829}" presName="node" presStyleLbl="node1" presStyleIdx="1" presStyleCnt="9">
        <dgm:presLayoutVars>
          <dgm:bulletEnabled val="1"/>
        </dgm:presLayoutVars>
      </dgm:prSet>
      <dgm:spPr/>
    </dgm:pt>
    <dgm:pt modelId="{811F6B6B-4088-4D41-815C-F326B852C689}" type="pres">
      <dgm:prSet presAssocID="{8890CFFF-F68F-4435-9412-9F64B003388A}" presName="sibTrans" presStyleCnt="0"/>
      <dgm:spPr/>
    </dgm:pt>
    <dgm:pt modelId="{1BBD31D8-4CAD-4E7E-892A-5C061FE00428}" type="pres">
      <dgm:prSet presAssocID="{DCD9C3C7-FAF1-4D5E-8E84-8C11C81A27DC}" presName="node" presStyleLbl="node1" presStyleIdx="2" presStyleCnt="9">
        <dgm:presLayoutVars>
          <dgm:bulletEnabled val="1"/>
        </dgm:presLayoutVars>
      </dgm:prSet>
      <dgm:spPr/>
    </dgm:pt>
    <dgm:pt modelId="{6A02A05D-62BD-4D78-B12B-BDF9FF62F5E0}" type="pres">
      <dgm:prSet presAssocID="{07609905-69FB-425F-8B2D-8C6555CEA1D5}" presName="sibTrans" presStyleCnt="0"/>
      <dgm:spPr/>
    </dgm:pt>
    <dgm:pt modelId="{FF7176F9-BD2F-4799-8302-67446E701833}" type="pres">
      <dgm:prSet presAssocID="{094CAC57-F407-4070-8C53-135F5CE900D7}" presName="node" presStyleLbl="node1" presStyleIdx="3" presStyleCnt="9">
        <dgm:presLayoutVars>
          <dgm:bulletEnabled val="1"/>
        </dgm:presLayoutVars>
      </dgm:prSet>
      <dgm:spPr/>
    </dgm:pt>
    <dgm:pt modelId="{458E0BAE-4D34-418F-9A32-8BD313E325AF}" type="pres">
      <dgm:prSet presAssocID="{5F408858-0A19-4C50-8CB7-BD4EEB1FBA2A}" presName="sibTrans" presStyleCnt="0"/>
      <dgm:spPr/>
    </dgm:pt>
    <dgm:pt modelId="{F8518900-969B-4F26-85EA-436B2D22F269}" type="pres">
      <dgm:prSet presAssocID="{C2734533-CDBF-4E77-B17E-E965CA5ADA5D}" presName="node" presStyleLbl="node1" presStyleIdx="4" presStyleCnt="9">
        <dgm:presLayoutVars>
          <dgm:bulletEnabled val="1"/>
        </dgm:presLayoutVars>
      </dgm:prSet>
      <dgm:spPr/>
    </dgm:pt>
    <dgm:pt modelId="{6208DCA3-3259-4443-9CE4-726F49974222}" type="pres">
      <dgm:prSet presAssocID="{4EE5F968-CF84-4D93-B24C-011C3D8195A2}" presName="sibTrans" presStyleCnt="0"/>
      <dgm:spPr/>
    </dgm:pt>
    <dgm:pt modelId="{4846CB06-80FF-4A2A-B106-643E59ABBEB3}" type="pres">
      <dgm:prSet presAssocID="{444280DC-A00A-4D4A-A43D-8641938AFE8F}" presName="node" presStyleLbl="node1" presStyleIdx="5" presStyleCnt="9">
        <dgm:presLayoutVars>
          <dgm:bulletEnabled val="1"/>
        </dgm:presLayoutVars>
      </dgm:prSet>
      <dgm:spPr/>
    </dgm:pt>
    <dgm:pt modelId="{635F2348-12C5-4CBA-9B24-3EE9F8174B63}" type="pres">
      <dgm:prSet presAssocID="{8CA6E5A8-EE35-49B0-9A62-FD1FBCFA5C07}" presName="sibTrans" presStyleCnt="0"/>
      <dgm:spPr/>
    </dgm:pt>
    <dgm:pt modelId="{EBA80627-002F-4FD0-B29D-91EE98C8DE98}" type="pres">
      <dgm:prSet presAssocID="{3669601A-6E12-464C-9BB8-B540E5CA760C}" presName="node" presStyleLbl="node1" presStyleIdx="6" presStyleCnt="9">
        <dgm:presLayoutVars>
          <dgm:bulletEnabled val="1"/>
        </dgm:presLayoutVars>
      </dgm:prSet>
      <dgm:spPr/>
    </dgm:pt>
    <dgm:pt modelId="{BEC9AF25-43E2-483F-B92E-F43F45DA7BD4}" type="pres">
      <dgm:prSet presAssocID="{DCD1C5FD-6E2F-44CE-BCF1-16FB994D3676}" presName="sibTrans" presStyleCnt="0"/>
      <dgm:spPr/>
    </dgm:pt>
    <dgm:pt modelId="{BDEE81BA-0AB8-431E-92D3-8F59B66CAC28}" type="pres">
      <dgm:prSet presAssocID="{856F7F7F-98A3-4919-860E-847C40F1DC19}" presName="node" presStyleLbl="node1" presStyleIdx="7" presStyleCnt="9">
        <dgm:presLayoutVars>
          <dgm:bulletEnabled val="1"/>
        </dgm:presLayoutVars>
      </dgm:prSet>
      <dgm:spPr/>
    </dgm:pt>
    <dgm:pt modelId="{56887A24-B542-477C-9C06-7276AD1D2938}" type="pres">
      <dgm:prSet presAssocID="{E8BB187A-48F2-4B41-BF54-22C5D8DDFA15}" presName="sibTrans" presStyleCnt="0"/>
      <dgm:spPr/>
    </dgm:pt>
    <dgm:pt modelId="{79D923E4-EE5B-4734-A426-FD1BFB5FAB05}" type="pres">
      <dgm:prSet presAssocID="{1C00D08C-8DA1-4FFE-A392-AC80403FA557}" presName="node" presStyleLbl="node1" presStyleIdx="8" presStyleCnt="9">
        <dgm:presLayoutVars>
          <dgm:bulletEnabled val="1"/>
        </dgm:presLayoutVars>
      </dgm:prSet>
      <dgm:spPr/>
    </dgm:pt>
  </dgm:ptLst>
  <dgm:cxnLst>
    <dgm:cxn modelId="{DFA7BF08-AC59-47AD-B938-C022324E430F}" type="presOf" srcId="{3669601A-6E12-464C-9BB8-B540E5CA760C}" destId="{EBA80627-002F-4FD0-B29D-91EE98C8DE98}" srcOrd="0" destOrd="0" presId="urn:microsoft.com/office/officeart/2005/8/layout/default"/>
    <dgm:cxn modelId="{DECE2110-9186-4444-B28D-A6A3CC9D4A8E}" srcId="{BB59DC0D-71FC-4988-B086-57259B5BDE22}" destId="{C2734533-CDBF-4E77-B17E-E965CA5ADA5D}" srcOrd="4" destOrd="0" parTransId="{3AABB867-5F94-43DA-9E34-E679E85BE36A}" sibTransId="{4EE5F968-CF84-4D93-B24C-011C3D8195A2}"/>
    <dgm:cxn modelId="{19DA031E-E754-4272-ABFD-ED453505543F}" type="presOf" srcId="{BB59DC0D-71FC-4988-B086-57259B5BDE22}" destId="{775E16FA-8095-419A-B3E0-D97DD294296D}" srcOrd="0" destOrd="0" presId="urn:microsoft.com/office/officeart/2005/8/layout/default"/>
    <dgm:cxn modelId="{0A7D8D23-06A2-4D8C-B061-A4A2F7BB69BB}" srcId="{BB59DC0D-71FC-4988-B086-57259B5BDE22}" destId="{094CAC57-F407-4070-8C53-135F5CE900D7}" srcOrd="3" destOrd="0" parTransId="{AD839C11-04DE-4821-8729-D5A6E6374DAD}" sibTransId="{5F408858-0A19-4C50-8CB7-BD4EEB1FBA2A}"/>
    <dgm:cxn modelId="{54254A45-AC34-4910-90E7-4D0DD02B2608}" srcId="{BB59DC0D-71FC-4988-B086-57259B5BDE22}" destId="{D1EDF102-037E-4ECE-953D-B36337643829}" srcOrd="1" destOrd="0" parTransId="{10CD2A46-3911-4D46-9673-1A230FE063F1}" sibTransId="{8890CFFF-F68F-4435-9412-9F64B003388A}"/>
    <dgm:cxn modelId="{169C866D-C671-4FEE-AA79-5CC4996C52AE}" type="presOf" srcId="{856F7F7F-98A3-4919-860E-847C40F1DC19}" destId="{BDEE81BA-0AB8-431E-92D3-8F59B66CAC28}" srcOrd="0" destOrd="0" presId="urn:microsoft.com/office/officeart/2005/8/layout/default"/>
    <dgm:cxn modelId="{70C26253-91CE-4FB2-82AC-BE2A29852F06}" srcId="{BB59DC0D-71FC-4988-B086-57259B5BDE22}" destId="{5DF980CB-774A-4271-83D2-779CDD9C9732}" srcOrd="0" destOrd="0" parTransId="{53DCDAD7-46A7-42B3-86D7-7703F4705075}" sibTransId="{0EF05A9A-B77C-41A6-A7F5-275A9002BDE5}"/>
    <dgm:cxn modelId="{1F46F956-6A17-4489-A52C-5D1B61EB5812}" type="presOf" srcId="{DCD9C3C7-FAF1-4D5E-8E84-8C11C81A27DC}" destId="{1BBD31D8-4CAD-4E7E-892A-5C061FE00428}" srcOrd="0" destOrd="0" presId="urn:microsoft.com/office/officeart/2005/8/layout/default"/>
    <dgm:cxn modelId="{772ABA88-E99E-4B3E-9E0B-0BCCE21607E9}" type="presOf" srcId="{5DF980CB-774A-4271-83D2-779CDD9C9732}" destId="{19BD3DA4-6D32-4CC4-9E73-EEC9B220FC66}" srcOrd="0" destOrd="0" presId="urn:microsoft.com/office/officeart/2005/8/layout/default"/>
    <dgm:cxn modelId="{5CB32E91-4994-4BFC-B206-1B62B95476E3}" srcId="{BB59DC0D-71FC-4988-B086-57259B5BDE22}" destId="{444280DC-A00A-4D4A-A43D-8641938AFE8F}" srcOrd="5" destOrd="0" parTransId="{045C739A-0CFA-4712-8265-4A9D52837FF5}" sibTransId="{8CA6E5A8-EE35-49B0-9A62-FD1FBCFA5C07}"/>
    <dgm:cxn modelId="{4AA70796-5C94-4B61-9D8C-6A9595D2CF24}" type="presOf" srcId="{094CAC57-F407-4070-8C53-135F5CE900D7}" destId="{FF7176F9-BD2F-4799-8302-67446E701833}" srcOrd="0" destOrd="0" presId="urn:microsoft.com/office/officeart/2005/8/layout/default"/>
    <dgm:cxn modelId="{B1996FA2-4291-4835-A7FF-B108968D65EB}" type="presOf" srcId="{1C00D08C-8DA1-4FFE-A392-AC80403FA557}" destId="{79D923E4-EE5B-4734-A426-FD1BFB5FAB05}" srcOrd="0" destOrd="0" presId="urn:microsoft.com/office/officeart/2005/8/layout/default"/>
    <dgm:cxn modelId="{2D68DBA2-16D3-4137-BF36-DA745997FED1}" srcId="{BB59DC0D-71FC-4988-B086-57259B5BDE22}" destId="{DCD9C3C7-FAF1-4D5E-8E84-8C11C81A27DC}" srcOrd="2" destOrd="0" parTransId="{3218D8C9-B479-49FE-AFE5-131405886075}" sibTransId="{07609905-69FB-425F-8B2D-8C6555CEA1D5}"/>
    <dgm:cxn modelId="{8EA4C4B7-F7DA-4366-8EB1-D8E3A134A10A}" type="presOf" srcId="{444280DC-A00A-4D4A-A43D-8641938AFE8F}" destId="{4846CB06-80FF-4A2A-B106-643E59ABBEB3}" srcOrd="0" destOrd="0" presId="urn:microsoft.com/office/officeart/2005/8/layout/default"/>
    <dgm:cxn modelId="{3B56A4CD-AF37-4A2F-8B21-68323F659EB6}" type="presOf" srcId="{D1EDF102-037E-4ECE-953D-B36337643829}" destId="{4EEA26CC-0918-47B6-85DF-56E9385CD5DF}" srcOrd="0" destOrd="0" presId="urn:microsoft.com/office/officeart/2005/8/layout/default"/>
    <dgm:cxn modelId="{9C23B3CE-1F85-44EB-908A-6FC7E1CE1AB3}" srcId="{BB59DC0D-71FC-4988-B086-57259B5BDE22}" destId="{3669601A-6E12-464C-9BB8-B540E5CA760C}" srcOrd="6" destOrd="0" parTransId="{04B14C87-62E2-40B1-BB41-5B29733DD5F9}" sibTransId="{DCD1C5FD-6E2F-44CE-BCF1-16FB994D3676}"/>
    <dgm:cxn modelId="{5B79DBD6-39F8-4031-9B26-4BD40CACA3B2}" srcId="{BB59DC0D-71FC-4988-B086-57259B5BDE22}" destId="{856F7F7F-98A3-4919-860E-847C40F1DC19}" srcOrd="7" destOrd="0" parTransId="{1F0BE5BE-F95B-4A2E-8A12-5E60AE7A94F2}" sibTransId="{E8BB187A-48F2-4B41-BF54-22C5D8DDFA15}"/>
    <dgm:cxn modelId="{7B37DCF7-9362-473F-B160-7CC9CC5EF346}" type="presOf" srcId="{C2734533-CDBF-4E77-B17E-E965CA5ADA5D}" destId="{F8518900-969B-4F26-85EA-436B2D22F269}" srcOrd="0" destOrd="0" presId="urn:microsoft.com/office/officeart/2005/8/layout/default"/>
    <dgm:cxn modelId="{0713A7FF-8967-47B0-BEB5-D083CF464AA0}" srcId="{BB59DC0D-71FC-4988-B086-57259B5BDE22}" destId="{1C00D08C-8DA1-4FFE-A392-AC80403FA557}" srcOrd="8" destOrd="0" parTransId="{3166D836-1558-48AE-9A40-0834140D5DB9}" sibTransId="{70ADB257-24FE-4CBF-A851-F69408E4995B}"/>
    <dgm:cxn modelId="{25876087-3C1F-4C95-8FBA-53C37AB6B797}" type="presParOf" srcId="{775E16FA-8095-419A-B3E0-D97DD294296D}" destId="{19BD3DA4-6D32-4CC4-9E73-EEC9B220FC66}" srcOrd="0" destOrd="0" presId="urn:microsoft.com/office/officeart/2005/8/layout/default"/>
    <dgm:cxn modelId="{EB6E1794-2B76-4033-AA0D-63F5D6453464}" type="presParOf" srcId="{775E16FA-8095-419A-B3E0-D97DD294296D}" destId="{399FDC4E-CC38-4582-B460-844F75855171}" srcOrd="1" destOrd="0" presId="urn:microsoft.com/office/officeart/2005/8/layout/default"/>
    <dgm:cxn modelId="{B8407AEA-00A9-42D3-B6F6-87853A97AA14}" type="presParOf" srcId="{775E16FA-8095-419A-B3E0-D97DD294296D}" destId="{4EEA26CC-0918-47B6-85DF-56E9385CD5DF}" srcOrd="2" destOrd="0" presId="urn:microsoft.com/office/officeart/2005/8/layout/default"/>
    <dgm:cxn modelId="{A22C60C4-9277-4A32-8300-BB9674EE041E}" type="presParOf" srcId="{775E16FA-8095-419A-B3E0-D97DD294296D}" destId="{811F6B6B-4088-4D41-815C-F326B852C689}" srcOrd="3" destOrd="0" presId="urn:microsoft.com/office/officeart/2005/8/layout/default"/>
    <dgm:cxn modelId="{55144AE7-F9D2-4B19-97CA-18DA7C2A7E47}" type="presParOf" srcId="{775E16FA-8095-419A-B3E0-D97DD294296D}" destId="{1BBD31D8-4CAD-4E7E-892A-5C061FE00428}" srcOrd="4" destOrd="0" presId="urn:microsoft.com/office/officeart/2005/8/layout/default"/>
    <dgm:cxn modelId="{64E30CD7-167E-4E77-ABB3-8CCE6D72596F}" type="presParOf" srcId="{775E16FA-8095-419A-B3E0-D97DD294296D}" destId="{6A02A05D-62BD-4D78-B12B-BDF9FF62F5E0}" srcOrd="5" destOrd="0" presId="urn:microsoft.com/office/officeart/2005/8/layout/default"/>
    <dgm:cxn modelId="{312BA22F-2434-4E1C-AC70-1BD9EC80D59F}" type="presParOf" srcId="{775E16FA-8095-419A-B3E0-D97DD294296D}" destId="{FF7176F9-BD2F-4799-8302-67446E701833}" srcOrd="6" destOrd="0" presId="urn:microsoft.com/office/officeart/2005/8/layout/default"/>
    <dgm:cxn modelId="{9697CBC4-AD7F-4D03-A912-7F3893D65154}" type="presParOf" srcId="{775E16FA-8095-419A-B3E0-D97DD294296D}" destId="{458E0BAE-4D34-418F-9A32-8BD313E325AF}" srcOrd="7" destOrd="0" presId="urn:microsoft.com/office/officeart/2005/8/layout/default"/>
    <dgm:cxn modelId="{D5A2B086-A86C-4F84-B8B1-BC203CB80578}" type="presParOf" srcId="{775E16FA-8095-419A-B3E0-D97DD294296D}" destId="{F8518900-969B-4F26-85EA-436B2D22F269}" srcOrd="8" destOrd="0" presId="urn:microsoft.com/office/officeart/2005/8/layout/default"/>
    <dgm:cxn modelId="{0F92B264-8246-46D0-A6C5-DE67CC6B93A9}" type="presParOf" srcId="{775E16FA-8095-419A-B3E0-D97DD294296D}" destId="{6208DCA3-3259-4443-9CE4-726F49974222}" srcOrd="9" destOrd="0" presId="urn:microsoft.com/office/officeart/2005/8/layout/default"/>
    <dgm:cxn modelId="{EF11958F-2907-46D4-B64C-BEB8377AF5E2}" type="presParOf" srcId="{775E16FA-8095-419A-B3E0-D97DD294296D}" destId="{4846CB06-80FF-4A2A-B106-643E59ABBEB3}" srcOrd="10" destOrd="0" presId="urn:microsoft.com/office/officeart/2005/8/layout/default"/>
    <dgm:cxn modelId="{C9B8D755-B299-416B-9EA8-3EED2E9F119A}" type="presParOf" srcId="{775E16FA-8095-419A-B3E0-D97DD294296D}" destId="{635F2348-12C5-4CBA-9B24-3EE9F8174B63}" srcOrd="11" destOrd="0" presId="urn:microsoft.com/office/officeart/2005/8/layout/default"/>
    <dgm:cxn modelId="{225FF13F-CC2F-44A9-B0F4-609B8C406677}" type="presParOf" srcId="{775E16FA-8095-419A-B3E0-D97DD294296D}" destId="{EBA80627-002F-4FD0-B29D-91EE98C8DE98}" srcOrd="12" destOrd="0" presId="urn:microsoft.com/office/officeart/2005/8/layout/default"/>
    <dgm:cxn modelId="{A7B81725-2C77-442E-AAAF-FC548BF785AF}" type="presParOf" srcId="{775E16FA-8095-419A-B3E0-D97DD294296D}" destId="{BEC9AF25-43E2-483F-B92E-F43F45DA7BD4}" srcOrd="13" destOrd="0" presId="urn:microsoft.com/office/officeart/2005/8/layout/default"/>
    <dgm:cxn modelId="{B894CCC6-22D7-42A5-83E2-712F9E5F1643}" type="presParOf" srcId="{775E16FA-8095-419A-B3E0-D97DD294296D}" destId="{BDEE81BA-0AB8-431E-92D3-8F59B66CAC28}" srcOrd="14" destOrd="0" presId="urn:microsoft.com/office/officeart/2005/8/layout/default"/>
    <dgm:cxn modelId="{E47F85E6-E0F9-4411-8378-0C14970816D7}" type="presParOf" srcId="{775E16FA-8095-419A-B3E0-D97DD294296D}" destId="{56887A24-B542-477C-9C06-7276AD1D2938}" srcOrd="15" destOrd="0" presId="urn:microsoft.com/office/officeart/2005/8/layout/default"/>
    <dgm:cxn modelId="{7C38C59A-B492-4718-AE45-3D103C7CC554}" type="presParOf" srcId="{775E16FA-8095-419A-B3E0-D97DD294296D}" destId="{79D923E4-EE5B-4734-A426-FD1BFB5FAB05}" srcOrd="1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8487224-F9B2-4E05-BC22-F23A0B029539}" type="doc">
      <dgm:prSet loTypeId="urn:microsoft.com/office/officeart/2018/2/layout/IconVerticalSolidList" loCatId="icon" qsTypeId="urn:microsoft.com/office/officeart/2005/8/quickstyle/simple1" qsCatId="simple" csTypeId="urn:microsoft.com/office/officeart/2005/8/colors/accent3_2" csCatId="accent3" phldr="1"/>
      <dgm:spPr/>
      <dgm:t>
        <a:bodyPr/>
        <a:lstStyle/>
        <a:p>
          <a:endParaRPr lang="en-US"/>
        </a:p>
      </dgm:t>
    </dgm:pt>
    <dgm:pt modelId="{9087832E-CD3A-47B1-AEC9-6B7276894075}">
      <dgm:prSet/>
      <dgm:spPr/>
      <dgm:t>
        <a:bodyPr/>
        <a:lstStyle/>
        <a:p>
          <a:pPr algn="just"/>
          <a:r>
            <a:rPr lang="en-US" dirty="0">
              <a:latin typeface="Times New Roman" panose="02020603050405020304" pitchFamily="18" charset="0"/>
              <a:cs typeface="Times New Roman" panose="02020603050405020304" pitchFamily="18" charset="0"/>
            </a:rPr>
            <a:t>Knee Osteoarthritis (KOA) is a degenerative joint disease that causes pain and reduced mobility, and its early diagnosis is critical for effective treatment. Traditionally, KOA is diagnosed using X-ray images, but manual grading can be subjective and time-consuming. </a:t>
          </a:r>
        </a:p>
      </dgm:t>
    </dgm:pt>
    <dgm:pt modelId="{A37FD012-257E-4267-A15F-11D7583DA6BB}" type="parTrans" cxnId="{852B63AF-0EDF-4630-86B3-BB5803754F77}">
      <dgm:prSet/>
      <dgm:spPr/>
      <dgm:t>
        <a:bodyPr/>
        <a:lstStyle/>
        <a:p>
          <a:endParaRPr lang="en-US"/>
        </a:p>
      </dgm:t>
    </dgm:pt>
    <dgm:pt modelId="{C25DB340-D86D-4BA4-A4B1-30F4F3E965E0}" type="sibTrans" cxnId="{852B63AF-0EDF-4630-86B3-BB5803754F77}">
      <dgm:prSet/>
      <dgm:spPr/>
      <dgm:t>
        <a:bodyPr/>
        <a:lstStyle/>
        <a:p>
          <a:endParaRPr lang="en-US"/>
        </a:p>
      </dgm:t>
    </dgm:pt>
    <dgm:pt modelId="{4AFBFB47-905C-40F9-8597-32954F8B846F}">
      <dgm:prSet/>
      <dgm:spPr/>
      <dgm:t>
        <a:bodyPr/>
        <a:lstStyle/>
        <a:p>
          <a:pPr algn="just"/>
          <a:r>
            <a:rPr lang="en-US" dirty="0">
              <a:latin typeface="Times New Roman" panose="02020603050405020304" pitchFamily="18" charset="0"/>
              <a:cs typeface="Times New Roman" panose="02020603050405020304" pitchFamily="18" charset="0"/>
            </a:rPr>
            <a:t>This project leverages deep learning models, specifically YOLOv8 for region localization and ResNet-50 for feature extraction, to automatically classify KOA severity from knee X-rays. The goal is to provide an automated, reliable, and efficient solution for grading KOA, improving diagnostic accuracy and aiding in clinical decision-making.</a:t>
          </a:r>
        </a:p>
      </dgm:t>
    </dgm:pt>
    <dgm:pt modelId="{06B5AB9F-884F-4DB3-8F07-5163821EBAF5}" type="parTrans" cxnId="{657F641D-35DB-4A6A-8B93-CB4A54884691}">
      <dgm:prSet/>
      <dgm:spPr/>
      <dgm:t>
        <a:bodyPr/>
        <a:lstStyle/>
        <a:p>
          <a:endParaRPr lang="en-US"/>
        </a:p>
      </dgm:t>
    </dgm:pt>
    <dgm:pt modelId="{DFF9BFBF-C2EA-4C25-85FA-5D2EC851668F}" type="sibTrans" cxnId="{657F641D-35DB-4A6A-8B93-CB4A54884691}">
      <dgm:prSet/>
      <dgm:spPr/>
      <dgm:t>
        <a:bodyPr/>
        <a:lstStyle/>
        <a:p>
          <a:endParaRPr lang="en-US"/>
        </a:p>
      </dgm:t>
    </dgm:pt>
    <dgm:pt modelId="{5AC34309-7FB0-4B46-B96D-D0D44AA93623}" type="pres">
      <dgm:prSet presAssocID="{B8487224-F9B2-4E05-BC22-F23A0B029539}" presName="root" presStyleCnt="0">
        <dgm:presLayoutVars>
          <dgm:dir/>
          <dgm:resizeHandles val="exact"/>
        </dgm:presLayoutVars>
      </dgm:prSet>
      <dgm:spPr/>
    </dgm:pt>
    <dgm:pt modelId="{D343ABF2-3DF0-4582-9CC3-68F699671091}" type="pres">
      <dgm:prSet presAssocID="{9087832E-CD3A-47B1-AEC9-6B7276894075}" presName="compNode" presStyleCnt="0"/>
      <dgm:spPr/>
    </dgm:pt>
    <dgm:pt modelId="{F24375FC-3F55-4179-A5A5-238B1E04D5DB}" type="pres">
      <dgm:prSet presAssocID="{9087832E-CD3A-47B1-AEC9-6B7276894075}" presName="bgRect" presStyleLbl="bgShp" presStyleIdx="0" presStyleCnt="2"/>
      <dgm:spPr/>
    </dgm:pt>
    <dgm:pt modelId="{355D6D38-4605-4B9E-9B6C-6BB309724B0C}" type="pres">
      <dgm:prSet presAssocID="{9087832E-CD3A-47B1-AEC9-6B727689407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8916D529-BE8A-4EF5-AC1B-C03480E9D94F}" type="pres">
      <dgm:prSet presAssocID="{9087832E-CD3A-47B1-AEC9-6B7276894075}" presName="spaceRect" presStyleCnt="0"/>
      <dgm:spPr/>
    </dgm:pt>
    <dgm:pt modelId="{A1AB498B-AAB8-4440-B9C1-B701BC0E7D5A}" type="pres">
      <dgm:prSet presAssocID="{9087832E-CD3A-47B1-AEC9-6B7276894075}" presName="parTx" presStyleLbl="revTx" presStyleIdx="0" presStyleCnt="2">
        <dgm:presLayoutVars>
          <dgm:chMax val="0"/>
          <dgm:chPref val="0"/>
        </dgm:presLayoutVars>
      </dgm:prSet>
      <dgm:spPr/>
    </dgm:pt>
    <dgm:pt modelId="{D47CE52C-8331-4FCE-A55A-F843FB32CAFB}" type="pres">
      <dgm:prSet presAssocID="{C25DB340-D86D-4BA4-A4B1-30F4F3E965E0}" presName="sibTrans" presStyleCnt="0"/>
      <dgm:spPr/>
    </dgm:pt>
    <dgm:pt modelId="{C5E22978-593A-40C0-87C3-ED24AF6DB7DE}" type="pres">
      <dgm:prSet presAssocID="{4AFBFB47-905C-40F9-8597-32954F8B846F}" presName="compNode" presStyleCnt="0"/>
      <dgm:spPr/>
    </dgm:pt>
    <dgm:pt modelId="{04820922-D89B-41AB-B10C-9B92539F9C56}" type="pres">
      <dgm:prSet presAssocID="{4AFBFB47-905C-40F9-8597-32954F8B846F}" presName="bgRect" presStyleLbl="bgShp" presStyleIdx="1" presStyleCnt="2" custLinFactNeighborX="4201" custLinFactNeighborY="-5565"/>
      <dgm:spPr/>
    </dgm:pt>
    <dgm:pt modelId="{9B8A4A56-1715-4A53-9094-0ABDBEF80342}" type="pres">
      <dgm:prSet presAssocID="{4AFBFB47-905C-40F9-8597-32954F8B846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ecurity Camera"/>
        </a:ext>
      </dgm:extLst>
    </dgm:pt>
    <dgm:pt modelId="{381F6FF8-0D6A-4589-977E-3FE23712F93D}" type="pres">
      <dgm:prSet presAssocID="{4AFBFB47-905C-40F9-8597-32954F8B846F}" presName="spaceRect" presStyleCnt="0"/>
      <dgm:spPr/>
    </dgm:pt>
    <dgm:pt modelId="{2F8D8274-F1D4-4674-BA6F-190009E23265}" type="pres">
      <dgm:prSet presAssocID="{4AFBFB47-905C-40F9-8597-32954F8B846F}" presName="parTx" presStyleLbl="revTx" presStyleIdx="1" presStyleCnt="2">
        <dgm:presLayoutVars>
          <dgm:chMax val="0"/>
          <dgm:chPref val="0"/>
        </dgm:presLayoutVars>
      </dgm:prSet>
      <dgm:spPr/>
    </dgm:pt>
  </dgm:ptLst>
  <dgm:cxnLst>
    <dgm:cxn modelId="{657F641D-35DB-4A6A-8B93-CB4A54884691}" srcId="{B8487224-F9B2-4E05-BC22-F23A0B029539}" destId="{4AFBFB47-905C-40F9-8597-32954F8B846F}" srcOrd="1" destOrd="0" parTransId="{06B5AB9F-884F-4DB3-8F07-5163821EBAF5}" sibTransId="{DFF9BFBF-C2EA-4C25-85FA-5D2EC851668F}"/>
    <dgm:cxn modelId="{D2F36D50-D28F-45BF-8F33-69F06699EBF8}" type="presOf" srcId="{B8487224-F9B2-4E05-BC22-F23A0B029539}" destId="{5AC34309-7FB0-4B46-B96D-D0D44AA93623}" srcOrd="0" destOrd="0" presId="urn:microsoft.com/office/officeart/2018/2/layout/IconVerticalSolidList"/>
    <dgm:cxn modelId="{5EDB9D7A-05EA-4792-8269-A29EFE1FEA2F}" type="presOf" srcId="{9087832E-CD3A-47B1-AEC9-6B7276894075}" destId="{A1AB498B-AAB8-4440-B9C1-B701BC0E7D5A}" srcOrd="0" destOrd="0" presId="urn:microsoft.com/office/officeart/2018/2/layout/IconVerticalSolidList"/>
    <dgm:cxn modelId="{E03CBF7B-8ACA-4FB4-BFA8-4B66C9249A7B}" type="presOf" srcId="{4AFBFB47-905C-40F9-8597-32954F8B846F}" destId="{2F8D8274-F1D4-4674-BA6F-190009E23265}" srcOrd="0" destOrd="0" presId="urn:microsoft.com/office/officeart/2018/2/layout/IconVerticalSolidList"/>
    <dgm:cxn modelId="{852B63AF-0EDF-4630-86B3-BB5803754F77}" srcId="{B8487224-F9B2-4E05-BC22-F23A0B029539}" destId="{9087832E-CD3A-47B1-AEC9-6B7276894075}" srcOrd="0" destOrd="0" parTransId="{A37FD012-257E-4267-A15F-11D7583DA6BB}" sibTransId="{C25DB340-D86D-4BA4-A4B1-30F4F3E965E0}"/>
    <dgm:cxn modelId="{B929605B-6E50-44FA-BD47-92EA152E77AD}" type="presParOf" srcId="{5AC34309-7FB0-4B46-B96D-D0D44AA93623}" destId="{D343ABF2-3DF0-4582-9CC3-68F699671091}" srcOrd="0" destOrd="0" presId="urn:microsoft.com/office/officeart/2018/2/layout/IconVerticalSolidList"/>
    <dgm:cxn modelId="{1F148504-58A6-435F-B2A3-A5038C5E7AE7}" type="presParOf" srcId="{D343ABF2-3DF0-4582-9CC3-68F699671091}" destId="{F24375FC-3F55-4179-A5A5-238B1E04D5DB}" srcOrd="0" destOrd="0" presId="urn:microsoft.com/office/officeart/2018/2/layout/IconVerticalSolidList"/>
    <dgm:cxn modelId="{6E08E38F-1D52-44A7-B492-E35A520BAEF5}" type="presParOf" srcId="{D343ABF2-3DF0-4582-9CC3-68F699671091}" destId="{355D6D38-4605-4B9E-9B6C-6BB309724B0C}" srcOrd="1" destOrd="0" presId="urn:microsoft.com/office/officeart/2018/2/layout/IconVerticalSolidList"/>
    <dgm:cxn modelId="{1E0889A9-1CA3-4D16-A298-E18659B1EB41}" type="presParOf" srcId="{D343ABF2-3DF0-4582-9CC3-68F699671091}" destId="{8916D529-BE8A-4EF5-AC1B-C03480E9D94F}" srcOrd="2" destOrd="0" presId="urn:microsoft.com/office/officeart/2018/2/layout/IconVerticalSolidList"/>
    <dgm:cxn modelId="{429E6D4F-2D23-41C0-898B-34C6B7CF2FAC}" type="presParOf" srcId="{D343ABF2-3DF0-4582-9CC3-68F699671091}" destId="{A1AB498B-AAB8-4440-B9C1-B701BC0E7D5A}" srcOrd="3" destOrd="0" presId="urn:microsoft.com/office/officeart/2018/2/layout/IconVerticalSolidList"/>
    <dgm:cxn modelId="{114AE61E-A02F-4968-9006-782023B9398A}" type="presParOf" srcId="{5AC34309-7FB0-4B46-B96D-D0D44AA93623}" destId="{D47CE52C-8331-4FCE-A55A-F843FB32CAFB}" srcOrd="1" destOrd="0" presId="urn:microsoft.com/office/officeart/2018/2/layout/IconVerticalSolidList"/>
    <dgm:cxn modelId="{3A424F9F-34D9-4945-BE8F-87F561C79CB3}" type="presParOf" srcId="{5AC34309-7FB0-4B46-B96D-D0D44AA93623}" destId="{C5E22978-593A-40C0-87C3-ED24AF6DB7DE}" srcOrd="2" destOrd="0" presId="urn:microsoft.com/office/officeart/2018/2/layout/IconVerticalSolidList"/>
    <dgm:cxn modelId="{0C740CD4-0ACE-4ABD-AFD0-AAACF80A479A}" type="presParOf" srcId="{C5E22978-593A-40C0-87C3-ED24AF6DB7DE}" destId="{04820922-D89B-41AB-B10C-9B92539F9C56}" srcOrd="0" destOrd="0" presId="urn:microsoft.com/office/officeart/2018/2/layout/IconVerticalSolidList"/>
    <dgm:cxn modelId="{FBE29D7D-325C-44E9-B007-38B7AC7D0E55}" type="presParOf" srcId="{C5E22978-593A-40C0-87C3-ED24AF6DB7DE}" destId="{9B8A4A56-1715-4A53-9094-0ABDBEF80342}" srcOrd="1" destOrd="0" presId="urn:microsoft.com/office/officeart/2018/2/layout/IconVerticalSolidList"/>
    <dgm:cxn modelId="{1700D5E9-32A8-4378-9FD0-BA33DFE187EA}" type="presParOf" srcId="{C5E22978-593A-40C0-87C3-ED24AF6DB7DE}" destId="{381F6FF8-0D6A-4589-977E-3FE23712F93D}" srcOrd="2" destOrd="0" presId="urn:microsoft.com/office/officeart/2018/2/layout/IconVerticalSolidList"/>
    <dgm:cxn modelId="{1B42F738-8ACC-4D39-8818-D1B4C2EA3394}" type="presParOf" srcId="{C5E22978-593A-40C0-87C3-ED24AF6DB7DE}" destId="{2F8D8274-F1D4-4674-BA6F-190009E2326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36870C6-69E5-46A2-B5E8-211D2AB2DC88}" type="doc">
      <dgm:prSet loTypeId="urn:microsoft.com/office/officeart/2018/2/layout/IconVerticalSolidList" loCatId="icon" qsTypeId="urn:microsoft.com/office/officeart/2005/8/quickstyle/simple1" qsCatId="simple" csTypeId="urn:microsoft.com/office/officeart/2005/8/colors/accent3_2" csCatId="accent3" phldr="1"/>
      <dgm:spPr/>
      <dgm:t>
        <a:bodyPr/>
        <a:lstStyle/>
        <a:p>
          <a:endParaRPr lang="en-US"/>
        </a:p>
      </dgm:t>
    </dgm:pt>
    <dgm:pt modelId="{707F1581-ED07-4204-A119-1A887FACB895}">
      <dgm:prSet/>
      <dgm:spPr/>
      <dgm:t>
        <a:bodyPr/>
        <a:lstStyle/>
        <a:p>
          <a:pPr algn="just"/>
          <a:r>
            <a:rPr lang="en-US" dirty="0">
              <a:latin typeface="Times New Roman" panose="02020603050405020304" pitchFamily="18" charset="0"/>
              <a:cs typeface="Times New Roman" panose="02020603050405020304" pitchFamily="18" charset="0"/>
            </a:rPr>
            <a:t>Early Detection and Monitoring: Identifies early signs of KOA, enabling timely interventions and monitoring disease progression.</a:t>
          </a:r>
        </a:p>
      </dgm:t>
    </dgm:pt>
    <dgm:pt modelId="{4ECBA929-B53A-4776-9A66-749C3EB1C5E2}" type="parTrans" cxnId="{72607AFB-DE3B-4D98-B200-145C65D32B21}">
      <dgm:prSet/>
      <dgm:spPr/>
      <dgm:t>
        <a:bodyPr/>
        <a:lstStyle/>
        <a:p>
          <a:endParaRPr lang="en-US"/>
        </a:p>
      </dgm:t>
    </dgm:pt>
    <dgm:pt modelId="{C87D47F0-A97A-445F-A80B-3CBE7D3708A9}" type="sibTrans" cxnId="{72607AFB-DE3B-4D98-B200-145C65D32B21}">
      <dgm:prSet/>
      <dgm:spPr/>
      <dgm:t>
        <a:bodyPr/>
        <a:lstStyle/>
        <a:p>
          <a:endParaRPr lang="en-US"/>
        </a:p>
      </dgm:t>
    </dgm:pt>
    <dgm:pt modelId="{6629EF3B-E7EF-4777-A026-A8D7F3FB303F}">
      <dgm:prSet/>
      <dgm:spPr/>
      <dgm:t>
        <a:bodyPr/>
        <a:lstStyle/>
        <a:p>
          <a:pPr algn="just"/>
          <a:r>
            <a:rPr lang="en-US" dirty="0">
              <a:latin typeface="Times New Roman" panose="02020603050405020304" pitchFamily="18" charset="0"/>
              <a:cs typeface="Times New Roman" panose="02020603050405020304" pitchFamily="18" charset="0"/>
            </a:rPr>
            <a:t>Personalized Treatment Plans: Helps clinicians design customized treatment strategies based on KOA severity.</a:t>
          </a:r>
        </a:p>
      </dgm:t>
    </dgm:pt>
    <dgm:pt modelId="{F3235033-196B-4498-9919-EA82B5851655}" type="parTrans" cxnId="{FDDE3505-9336-4FEE-A509-116B5C06290F}">
      <dgm:prSet/>
      <dgm:spPr/>
      <dgm:t>
        <a:bodyPr/>
        <a:lstStyle/>
        <a:p>
          <a:endParaRPr lang="en-US"/>
        </a:p>
      </dgm:t>
    </dgm:pt>
    <dgm:pt modelId="{99FE58EF-67EF-4432-99EA-F372F47B40A8}" type="sibTrans" cxnId="{FDDE3505-9336-4FEE-A509-116B5C06290F}">
      <dgm:prSet/>
      <dgm:spPr/>
      <dgm:t>
        <a:bodyPr/>
        <a:lstStyle/>
        <a:p>
          <a:endParaRPr lang="en-US"/>
        </a:p>
      </dgm:t>
    </dgm:pt>
    <dgm:pt modelId="{2D473575-BDB0-42C5-A3EC-EF7F466A131B}">
      <dgm:prSet/>
      <dgm:spPr/>
      <dgm:t>
        <a:bodyPr/>
        <a:lstStyle/>
        <a:p>
          <a:pPr algn="just"/>
          <a:r>
            <a:rPr lang="en-US" dirty="0">
              <a:latin typeface="Times New Roman" panose="02020603050405020304" pitchFamily="18" charset="0"/>
              <a:cs typeface="Times New Roman" panose="02020603050405020304" pitchFamily="18" charset="0"/>
            </a:rPr>
            <a:t>Clinical Research: Facilitates patient stratification in clinical trials and research studies on KOA.</a:t>
          </a:r>
        </a:p>
      </dgm:t>
    </dgm:pt>
    <dgm:pt modelId="{D94055EC-7C8F-446C-A352-511C95CBA71C}" type="parTrans" cxnId="{B493714A-1EC0-43C9-8F0B-CD43AD1CB96E}">
      <dgm:prSet/>
      <dgm:spPr/>
      <dgm:t>
        <a:bodyPr/>
        <a:lstStyle/>
        <a:p>
          <a:endParaRPr lang="en-US"/>
        </a:p>
      </dgm:t>
    </dgm:pt>
    <dgm:pt modelId="{6BF43726-5C7E-4E1B-838A-DC99A8D647A6}" type="sibTrans" cxnId="{B493714A-1EC0-43C9-8F0B-CD43AD1CB96E}">
      <dgm:prSet/>
      <dgm:spPr/>
      <dgm:t>
        <a:bodyPr/>
        <a:lstStyle/>
        <a:p>
          <a:endParaRPr lang="en-US"/>
        </a:p>
      </dgm:t>
    </dgm:pt>
    <dgm:pt modelId="{BD417DC9-706C-43EE-BCE8-0532C70F8FF0}">
      <dgm:prSet/>
      <dgm:spPr/>
      <dgm:t>
        <a:bodyPr/>
        <a:lstStyle/>
        <a:p>
          <a:pPr algn="just"/>
          <a:r>
            <a:rPr lang="en-US" dirty="0">
              <a:latin typeface="Times New Roman" panose="02020603050405020304" pitchFamily="18" charset="0"/>
              <a:cs typeface="Times New Roman" panose="02020603050405020304" pitchFamily="18" charset="0"/>
            </a:rPr>
            <a:t>Healthcare Cost Reduction: Reduces radiologist workload and minimizes diagnostic errors, lowering healthcare costs.</a:t>
          </a:r>
        </a:p>
      </dgm:t>
    </dgm:pt>
    <dgm:pt modelId="{038E6280-F0BE-4B6A-B7D2-68AC13D8CEF4}" type="parTrans" cxnId="{D03F58F9-7028-4331-9DC4-A3E904635400}">
      <dgm:prSet/>
      <dgm:spPr/>
      <dgm:t>
        <a:bodyPr/>
        <a:lstStyle/>
        <a:p>
          <a:endParaRPr lang="en-US"/>
        </a:p>
      </dgm:t>
    </dgm:pt>
    <dgm:pt modelId="{D20BB381-673C-4EFE-9D4B-A40FF0905AC3}" type="sibTrans" cxnId="{D03F58F9-7028-4331-9DC4-A3E904635400}">
      <dgm:prSet/>
      <dgm:spPr/>
      <dgm:t>
        <a:bodyPr/>
        <a:lstStyle/>
        <a:p>
          <a:endParaRPr lang="en-US"/>
        </a:p>
      </dgm:t>
    </dgm:pt>
    <dgm:pt modelId="{1F9DB256-2C3B-4A11-9ED0-325C05D978BB}" type="pres">
      <dgm:prSet presAssocID="{A36870C6-69E5-46A2-B5E8-211D2AB2DC88}" presName="root" presStyleCnt="0">
        <dgm:presLayoutVars>
          <dgm:dir/>
          <dgm:resizeHandles val="exact"/>
        </dgm:presLayoutVars>
      </dgm:prSet>
      <dgm:spPr/>
    </dgm:pt>
    <dgm:pt modelId="{55DA15D4-662B-41FD-96C4-6196776AADD2}" type="pres">
      <dgm:prSet presAssocID="{707F1581-ED07-4204-A119-1A887FACB895}" presName="compNode" presStyleCnt="0"/>
      <dgm:spPr/>
    </dgm:pt>
    <dgm:pt modelId="{8E580AF8-7A8B-4416-B4C8-F252E8FFDF62}" type="pres">
      <dgm:prSet presAssocID="{707F1581-ED07-4204-A119-1A887FACB895}" presName="bgRect" presStyleLbl="bgShp" presStyleIdx="0" presStyleCnt="4"/>
      <dgm:spPr/>
    </dgm:pt>
    <dgm:pt modelId="{67A6FEAB-7BD5-49FA-9584-73ACDDB7A9C1}" type="pres">
      <dgm:prSet presAssocID="{707F1581-ED07-4204-A119-1A887FACB89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raffic Light"/>
        </a:ext>
      </dgm:extLst>
    </dgm:pt>
    <dgm:pt modelId="{A7B413D0-67CB-447A-89D3-8A7FBD90EEF9}" type="pres">
      <dgm:prSet presAssocID="{707F1581-ED07-4204-A119-1A887FACB895}" presName="spaceRect" presStyleCnt="0"/>
      <dgm:spPr/>
    </dgm:pt>
    <dgm:pt modelId="{C3DAEA54-E6B0-4BBD-9C52-9975507E31EE}" type="pres">
      <dgm:prSet presAssocID="{707F1581-ED07-4204-A119-1A887FACB895}" presName="parTx" presStyleLbl="revTx" presStyleIdx="0" presStyleCnt="4">
        <dgm:presLayoutVars>
          <dgm:chMax val="0"/>
          <dgm:chPref val="0"/>
        </dgm:presLayoutVars>
      </dgm:prSet>
      <dgm:spPr/>
    </dgm:pt>
    <dgm:pt modelId="{EB592932-BF60-4028-B2E5-9A0551A15928}" type="pres">
      <dgm:prSet presAssocID="{C87D47F0-A97A-445F-A80B-3CBE7D3708A9}" presName="sibTrans" presStyleCnt="0"/>
      <dgm:spPr/>
    </dgm:pt>
    <dgm:pt modelId="{93395BB9-AEE2-462E-9A48-1F0069CF511E}" type="pres">
      <dgm:prSet presAssocID="{6629EF3B-E7EF-4777-A026-A8D7F3FB303F}" presName="compNode" presStyleCnt="0"/>
      <dgm:spPr/>
    </dgm:pt>
    <dgm:pt modelId="{6A78019D-D80E-42B0-95F7-9C2B56FB57E9}" type="pres">
      <dgm:prSet presAssocID="{6629EF3B-E7EF-4777-A026-A8D7F3FB303F}" presName="bgRect" presStyleLbl="bgShp" presStyleIdx="1" presStyleCnt="4"/>
      <dgm:spPr/>
    </dgm:pt>
    <dgm:pt modelId="{07B4C783-6C11-46D0-84F4-785E971E6797}" type="pres">
      <dgm:prSet presAssocID="{6629EF3B-E7EF-4777-A026-A8D7F3FB303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ethoscope"/>
        </a:ext>
      </dgm:extLst>
    </dgm:pt>
    <dgm:pt modelId="{6A5C553A-1352-4091-A74D-151F2538C61C}" type="pres">
      <dgm:prSet presAssocID="{6629EF3B-E7EF-4777-A026-A8D7F3FB303F}" presName="spaceRect" presStyleCnt="0"/>
      <dgm:spPr/>
    </dgm:pt>
    <dgm:pt modelId="{933974B8-0DDA-4A05-AEF3-5897C24D58BF}" type="pres">
      <dgm:prSet presAssocID="{6629EF3B-E7EF-4777-A026-A8D7F3FB303F}" presName="parTx" presStyleLbl="revTx" presStyleIdx="1" presStyleCnt="4">
        <dgm:presLayoutVars>
          <dgm:chMax val="0"/>
          <dgm:chPref val="0"/>
        </dgm:presLayoutVars>
      </dgm:prSet>
      <dgm:spPr/>
    </dgm:pt>
    <dgm:pt modelId="{AC7E98B3-0617-436E-B60B-030304ACED92}" type="pres">
      <dgm:prSet presAssocID="{99FE58EF-67EF-4432-99EA-F372F47B40A8}" presName="sibTrans" presStyleCnt="0"/>
      <dgm:spPr/>
    </dgm:pt>
    <dgm:pt modelId="{0B8EAFD3-2790-4257-A89C-CE15FFDF9315}" type="pres">
      <dgm:prSet presAssocID="{2D473575-BDB0-42C5-A3EC-EF7F466A131B}" presName="compNode" presStyleCnt="0"/>
      <dgm:spPr/>
    </dgm:pt>
    <dgm:pt modelId="{0FC30D5F-CB25-4118-81C1-D9C4368A608D}" type="pres">
      <dgm:prSet presAssocID="{2D473575-BDB0-42C5-A3EC-EF7F466A131B}" presName="bgRect" presStyleLbl="bgShp" presStyleIdx="2" presStyleCnt="4"/>
      <dgm:spPr/>
    </dgm:pt>
    <dgm:pt modelId="{DDEBCB6B-62BA-40E6-A8B8-15DBBEA12EF8}" type="pres">
      <dgm:prSet presAssocID="{2D473575-BDB0-42C5-A3EC-EF7F466A131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ecurity Camera Sign"/>
        </a:ext>
      </dgm:extLst>
    </dgm:pt>
    <dgm:pt modelId="{5FC88F06-E12F-436C-B20D-22BE8FD624AF}" type="pres">
      <dgm:prSet presAssocID="{2D473575-BDB0-42C5-A3EC-EF7F466A131B}" presName="spaceRect" presStyleCnt="0"/>
      <dgm:spPr/>
    </dgm:pt>
    <dgm:pt modelId="{79F7ACFD-C4A9-4C19-B7B7-C1E7B98E791B}" type="pres">
      <dgm:prSet presAssocID="{2D473575-BDB0-42C5-A3EC-EF7F466A131B}" presName="parTx" presStyleLbl="revTx" presStyleIdx="2" presStyleCnt="4">
        <dgm:presLayoutVars>
          <dgm:chMax val="0"/>
          <dgm:chPref val="0"/>
        </dgm:presLayoutVars>
      </dgm:prSet>
      <dgm:spPr/>
    </dgm:pt>
    <dgm:pt modelId="{64DA1920-DAB5-4767-88A8-BF49DA04C6DC}" type="pres">
      <dgm:prSet presAssocID="{6BF43726-5C7E-4E1B-838A-DC99A8D647A6}" presName="sibTrans" presStyleCnt="0"/>
      <dgm:spPr/>
    </dgm:pt>
    <dgm:pt modelId="{7DDF758C-D44F-4B8F-A5A0-D24BA73EF6E1}" type="pres">
      <dgm:prSet presAssocID="{BD417DC9-706C-43EE-BCE8-0532C70F8FF0}" presName="compNode" presStyleCnt="0"/>
      <dgm:spPr/>
    </dgm:pt>
    <dgm:pt modelId="{0971D45E-BF82-41DF-827C-47BF2967E4CD}" type="pres">
      <dgm:prSet presAssocID="{BD417DC9-706C-43EE-BCE8-0532C70F8FF0}" presName="bgRect" presStyleLbl="bgShp" presStyleIdx="3" presStyleCnt="4"/>
      <dgm:spPr/>
    </dgm:pt>
    <dgm:pt modelId="{E48416C1-6DC0-43E3-9552-9E4564AFFA8E}" type="pres">
      <dgm:prSet presAssocID="{BD417DC9-706C-43EE-BCE8-0532C70F8FF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esearch"/>
        </a:ext>
      </dgm:extLst>
    </dgm:pt>
    <dgm:pt modelId="{BF8A26E1-CAF9-45FE-BE71-BE59AF2A57A4}" type="pres">
      <dgm:prSet presAssocID="{BD417DC9-706C-43EE-BCE8-0532C70F8FF0}" presName="spaceRect" presStyleCnt="0"/>
      <dgm:spPr/>
    </dgm:pt>
    <dgm:pt modelId="{2D4C2842-51AC-44BB-B8E1-ED28B64A8B09}" type="pres">
      <dgm:prSet presAssocID="{BD417DC9-706C-43EE-BCE8-0532C70F8FF0}" presName="parTx" presStyleLbl="revTx" presStyleIdx="3" presStyleCnt="4">
        <dgm:presLayoutVars>
          <dgm:chMax val="0"/>
          <dgm:chPref val="0"/>
        </dgm:presLayoutVars>
      </dgm:prSet>
      <dgm:spPr/>
    </dgm:pt>
  </dgm:ptLst>
  <dgm:cxnLst>
    <dgm:cxn modelId="{FDDE3505-9336-4FEE-A509-116B5C06290F}" srcId="{A36870C6-69E5-46A2-B5E8-211D2AB2DC88}" destId="{6629EF3B-E7EF-4777-A026-A8D7F3FB303F}" srcOrd="1" destOrd="0" parTransId="{F3235033-196B-4498-9919-EA82B5851655}" sibTransId="{99FE58EF-67EF-4432-99EA-F372F47B40A8}"/>
    <dgm:cxn modelId="{3BE78B0D-D384-4704-BB27-DC2894E83E6B}" type="presOf" srcId="{707F1581-ED07-4204-A119-1A887FACB895}" destId="{C3DAEA54-E6B0-4BBD-9C52-9975507E31EE}" srcOrd="0" destOrd="0" presId="urn:microsoft.com/office/officeart/2018/2/layout/IconVerticalSolidList"/>
    <dgm:cxn modelId="{B493714A-1EC0-43C9-8F0B-CD43AD1CB96E}" srcId="{A36870C6-69E5-46A2-B5E8-211D2AB2DC88}" destId="{2D473575-BDB0-42C5-A3EC-EF7F466A131B}" srcOrd="2" destOrd="0" parTransId="{D94055EC-7C8F-446C-A352-511C95CBA71C}" sibTransId="{6BF43726-5C7E-4E1B-838A-DC99A8D647A6}"/>
    <dgm:cxn modelId="{6800984D-775C-4310-9DB8-96F131152561}" type="presOf" srcId="{6629EF3B-E7EF-4777-A026-A8D7F3FB303F}" destId="{933974B8-0DDA-4A05-AEF3-5897C24D58BF}" srcOrd="0" destOrd="0" presId="urn:microsoft.com/office/officeart/2018/2/layout/IconVerticalSolidList"/>
    <dgm:cxn modelId="{D9C4A5B6-303A-4EA8-A7D8-80A4A1B37435}" type="presOf" srcId="{A36870C6-69E5-46A2-B5E8-211D2AB2DC88}" destId="{1F9DB256-2C3B-4A11-9ED0-325C05D978BB}" srcOrd="0" destOrd="0" presId="urn:microsoft.com/office/officeart/2018/2/layout/IconVerticalSolidList"/>
    <dgm:cxn modelId="{C3A3F9ED-5531-430E-BFCF-54A4DD133C99}" type="presOf" srcId="{BD417DC9-706C-43EE-BCE8-0532C70F8FF0}" destId="{2D4C2842-51AC-44BB-B8E1-ED28B64A8B09}" srcOrd="0" destOrd="0" presId="urn:microsoft.com/office/officeart/2018/2/layout/IconVerticalSolidList"/>
    <dgm:cxn modelId="{CB6ACFF4-28F5-4D79-8641-D56F27EDD515}" type="presOf" srcId="{2D473575-BDB0-42C5-A3EC-EF7F466A131B}" destId="{79F7ACFD-C4A9-4C19-B7B7-C1E7B98E791B}" srcOrd="0" destOrd="0" presId="urn:microsoft.com/office/officeart/2018/2/layout/IconVerticalSolidList"/>
    <dgm:cxn modelId="{D03F58F9-7028-4331-9DC4-A3E904635400}" srcId="{A36870C6-69E5-46A2-B5E8-211D2AB2DC88}" destId="{BD417DC9-706C-43EE-BCE8-0532C70F8FF0}" srcOrd="3" destOrd="0" parTransId="{038E6280-F0BE-4B6A-B7D2-68AC13D8CEF4}" sibTransId="{D20BB381-673C-4EFE-9D4B-A40FF0905AC3}"/>
    <dgm:cxn modelId="{72607AFB-DE3B-4D98-B200-145C65D32B21}" srcId="{A36870C6-69E5-46A2-B5E8-211D2AB2DC88}" destId="{707F1581-ED07-4204-A119-1A887FACB895}" srcOrd="0" destOrd="0" parTransId="{4ECBA929-B53A-4776-9A66-749C3EB1C5E2}" sibTransId="{C87D47F0-A97A-445F-A80B-3CBE7D3708A9}"/>
    <dgm:cxn modelId="{F420D776-6392-49B2-BA8A-CAF2C6B1706D}" type="presParOf" srcId="{1F9DB256-2C3B-4A11-9ED0-325C05D978BB}" destId="{55DA15D4-662B-41FD-96C4-6196776AADD2}" srcOrd="0" destOrd="0" presId="urn:microsoft.com/office/officeart/2018/2/layout/IconVerticalSolidList"/>
    <dgm:cxn modelId="{F18416E5-E422-4B1F-95DE-A9324E8139EB}" type="presParOf" srcId="{55DA15D4-662B-41FD-96C4-6196776AADD2}" destId="{8E580AF8-7A8B-4416-B4C8-F252E8FFDF62}" srcOrd="0" destOrd="0" presId="urn:microsoft.com/office/officeart/2018/2/layout/IconVerticalSolidList"/>
    <dgm:cxn modelId="{22B93529-2B25-4478-B9B2-5259E5A9E88E}" type="presParOf" srcId="{55DA15D4-662B-41FD-96C4-6196776AADD2}" destId="{67A6FEAB-7BD5-49FA-9584-73ACDDB7A9C1}" srcOrd="1" destOrd="0" presId="urn:microsoft.com/office/officeart/2018/2/layout/IconVerticalSolidList"/>
    <dgm:cxn modelId="{32313375-587C-4998-8E62-3FB5855B7BAD}" type="presParOf" srcId="{55DA15D4-662B-41FD-96C4-6196776AADD2}" destId="{A7B413D0-67CB-447A-89D3-8A7FBD90EEF9}" srcOrd="2" destOrd="0" presId="urn:microsoft.com/office/officeart/2018/2/layout/IconVerticalSolidList"/>
    <dgm:cxn modelId="{506C540E-CBD6-4E27-A121-6AD7135CF909}" type="presParOf" srcId="{55DA15D4-662B-41FD-96C4-6196776AADD2}" destId="{C3DAEA54-E6B0-4BBD-9C52-9975507E31EE}" srcOrd="3" destOrd="0" presId="urn:microsoft.com/office/officeart/2018/2/layout/IconVerticalSolidList"/>
    <dgm:cxn modelId="{8BC8A9B8-19EF-474A-A027-735E50AD042E}" type="presParOf" srcId="{1F9DB256-2C3B-4A11-9ED0-325C05D978BB}" destId="{EB592932-BF60-4028-B2E5-9A0551A15928}" srcOrd="1" destOrd="0" presId="urn:microsoft.com/office/officeart/2018/2/layout/IconVerticalSolidList"/>
    <dgm:cxn modelId="{82FD7460-4335-4756-A8A3-4C0A0C003110}" type="presParOf" srcId="{1F9DB256-2C3B-4A11-9ED0-325C05D978BB}" destId="{93395BB9-AEE2-462E-9A48-1F0069CF511E}" srcOrd="2" destOrd="0" presId="urn:microsoft.com/office/officeart/2018/2/layout/IconVerticalSolidList"/>
    <dgm:cxn modelId="{AC751C7F-2E1A-463B-8EFF-40A9B46A1BEB}" type="presParOf" srcId="{93395BB9-AEE2-462E-9A48-1F0069CF511E}" destId="{6A78019D-D80E-42B0-95F7-9C2B56FB57E9}" srcOrd="0" destOrd="0" presId="urn:microsoft.com/office/officeart/2018/2/layout/IconVerticalSolidList"/>
    <dgm:cxn modelId="{8DDE3CE8-BAAB-4C65-BA2C-216417595118}" type="presParOf" srcId="{93395BB9-AEE2-462E-9A48-1F0069CF511E}" destId="{07B4C783-6C11-46D0-84F4-785E971E6797}" srcOrd="1" destOrd="0" presId="urn:microsoft.com/office/officeart/2018/2/layout/IconVerticalSolidList"/>
    <dgm:cxn modelId="{7F2DA5B5-C614-4CC1-A122-A8318832353C}" type="presParOf" srcId="{93395BB9-AEE2-462E-9A48-1F0069CF511E}" destId="{6A5C553A-1352-4091-A74D-151F2538C61C}" srcOrd="2" destOrd="0" presId="urn:microsoft.com/office/officeart/2018/2/layout/IconVerticalSolidList"/>
    <dgm:cxn modelId="{9FC0ABEF-D4D5-4112-9C87-90F3E8E0B934}" type="presParOf" srcId="{93395BB9-AEE2-462E-9A48-1F0069CF511E}" destId="{933974B8-0DDA-4A05-AEF3-5897C24D58BF}" srcOrd="3" destOrd="0" presId="urn:microsoft.com/office/officeart/2018/2/layout/IconVerticalSolidList"/>
    <dgm:cxn modelId="{A0634BB9-5107-45AB-85FE-32D9F83A9BD3}" type="presParOf" srcId="{1F9DB256-2C3B-4A11-9ED0-325C05D978BB}" destId="{AC7E98B3-0617-436E-B60B-030304ACED92}" srcOrd="3" destOrd="0" presId="urn:microsoft.com/office/officeart/2018/2/layout/IconVerticalSolidList"/>
    <dgm:cxn modelId="{CA259AAE-3703-41FF-B8DB-16601B3E0624}" type="presParOf" srcId="{1F9DB256-2C3B-4A11-9ED0-325C05D978BB}" destId="{0B8EAFD3-2790-4257-A89C-CE15FFDF9315}" srcOrd="4" destOrd="0" presId="urn:microsoft.com/office/officeart/2018/2/layout/IconVerticalSolidList"/>
    <dgm:cxn modelId="{64E2E2EC-26BD-4CB5-B512-9F49C449CDCD}" type="presParOf" srcId="{0B8EAFD3-2790-4257-A89C-CE15FFDF9315}" destId="{0FC30D5F-CB25-4118-81C1-D9C4368A608D}" srcOrd="0" destOrd="0" presId="urn:microsoft.com/office/officeart/2018/2/layout/IconVerticalSolidList"/>
    <dgm:cxn modelId="{B66287D4-AE48-4E00-AC2F-B076D56F7968}" type="presParOf" srcId="{0B8EAFD3-2790-4257-A89C-CE15FFDF9315}" destId="{DDEBCB6B-62BA-40E6-A8B8-15DBBEA12EF8}" srcOrd="1" destOrd="0" presId="urn:microsoft.com/office/officeart/2018/2/layout/IconVerticalSolidList"/>
    <dgm:cxn modelId="{2DCD0184-650C-4CCC-9D2D-D4D7D4F3300B}" type="presParOf" srcId="{0B8EAFD3-2790-4257-A89C-CE15FFDF9315}" destId="{5FC88F06-E12F-436C-B20D-22BE8FD624AF}" srcOrd="2" destOrd="0" presId="urn:microsoft.com/office/officeart/2018/2/layout/IconVerticalSolidList"/>
    <dgm:cxn modelId="{565A7E9A-49A1-4457-BECB-B1C4DB1FAB3E}" type="presParOf" srcId="{0B8EAFD3-2790-4257-A89C-CE15FFDF9315}" destId="{79F7ACFD-C4A9-4C19-B7B7-C1E7B98E791B}" srcOrd="3" destOrd="0" presId="urn:microsoft.com/office/officeart/2018/2/layout/IconVerticalSolidList"/>
    <dgm:cxn modelId="{A5017C09-D76B-4316-B951-0AF399A07EFE}" type="presParOf" srcId="{1F9DB256-2C3B-4A11-9ED0-325C05D978BB}" destId="{64DA1920-DAB5-4767-88A8-BF49DA04C6DC}" srcOrd="5" destOrd="0" presId="urn:microsoft.com/office/officeart/2018/2/layout/IconVerticalSolidList"/>
    <dgm:cxn modelId="{3D4A71D7-C97D-49BC-B467-56516C30B0DA}" type="presParOf" srcId="{1F9DB256-2C3B-4A11-9ED0-325C05D978BB}" destId="{7DDF758C-D44F-4B8F-A5A0-D24BA73EF6E1}" srcOrd="6" destOrd="0" presId="urn:microsoft.com/office/officeart/2018/2/layout/IconVerticalSolidList"/>
    <dgm:cxn modelId="{A7F5DABA-793E-49B2-8F34-FA7C0902983C}" type="presParOf" srcId="{7DDF758C-D44F-4B8F-A5A0-D24BA73EF6E1}" destId="{0971D45E-BF82-41DF-827C-47BF2967E4CD}" srcOrd="0" destOrd="0" presId="urn:microsoft.com/office/officeart/2018/2/layout/IconVerticalSolidList"/>
    <dgm:cxn modelId="{F2837B68-932B-488A-A7DB-B341F1A0587D}" type="presParOf" srcId="{7DDF758C-D44F-4B8F-A5A0-D24BA73EF6E1}" destId="{E48416C1-6DC0-43E3-9552-9E4564AFFA8E}" srcOrd="1" destOrd="0" presId="urn:microsoft.com/office/officeart/2018/2/layout/IconVerticalSolidList"/>
    <dgm:cxn modelId="{7BB00D81-06C1-4FBC-B2F1-10EB466EE7E0}" type="presParOf" srcId="{7DDF758C-D44F-4B8F-A5A0-D24BA73EF6E1}" destId="{BF8A26E1-CAF9-45FE-BE71-BE59AF2A57A4}" srcOrd="2" destOrd="0" presId="urn:microsoft.com/office/officeart/2018/2/layout/IconVerticalSolidList"/>
    <dgm:cxn modelId="{84A31A6F-06CA-4F02-B138-3C27F7B8C16B}" type="presParOf" srcId="{7DDF758C-D44F-4B8F-A5A0-D24BA73EF6E1}" destId="{2D4C2842-51AC-44BB-B8E1-ED28B64A8B0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EC5E295-7744-4A3A-8294-8773CA9C4EA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A6FF96E-1C23-4090-AE65-6B997DEA3E91}">
      <dgm:prSet/>
      <dgm:spPr/>
      <dgm:t>
        <a:bodyPr/>
        <a:lstStyle/>
        <a:p>
          <a:r>
            <a:rPr lang="en-US" dirty="0">
              <a:latin typeface="Times New Roman" panose="02020603050405020304" pitchFamily="18" charset="0"/>
              <a:cs typeface="Times New Roman" panose="02020603050405020304" pitchFamily="18" charset="0"/>
            </a:rPr>
            <a:t>Grade 0 - Healthy (No Osteoarthritis): No signs of osteoarthritis; joint space is normal, and bones are healthy with no osteophytes.</a:t>
          </a:r>
        </a:p>
      </dgm:t>
    </dgm:pt>
    <dgm:pt modelId="{42A1161A-1219-4C16-8FA8-2BEAF78BBD71}" type="parTrans" cxnId="{4434FE74-7F65-4F45-B88A-65911F8D3DAE}">
      <dgm:prSet/>
      <dgm:spPr/>
      <dgm:t>
        <a:bodyPr/>
        <a:lstStyle/>
        <a:p>
          <a:endParaRPr lang="en-US"/>
        </a:p>
      </dgm:t>
    </dgm:pt>
    <dgm:pt modelId="{508060A7-AAF7-42D7-B0E7-F22175E0F5DB}" type="sibTrans" cxnId="{4434FE74-7F65-4F45-B88A-65911F8D3DAE}">
      <dgm:prSet/>
      <dgm:spPr/>
      <dgm:t>
        <a:bodyPr/>
        <a:lstStyle/>
        <a:p>
          <a:endParaRPr lang="en-US"/>
        </a:p>
      </dgm:t>
    </dgm:pt>
    <dgm:pt modelId="{8CAE3445-C6CA-4ECE-85FF-1CFBA152A24F}">
      <dgm:prSet/>
      <dgm:spPr/>
      <dgm:t>
        <a:bodyPr/>
        <a:lstStyle/>
        <a:p>
          <a:r>
            <a:rPr lang="en-US" dirty="0">
              <a:latin typeface="Times New Roman" panose="02020603050405020304" pitchFamily="18" charset="0"/>
              <a:cs typeface="Times New Roman" panose="02020603050405020304" pitchFamily="18" charset="0"/>
            </a:rPr>
            <a:t>Grade 1 - Doubtful (Minimal Changes): Minimal joint space narrowing and small osteophytes that are difficult to detect clinically.</a:t>
          </a:r>
        </a:p>
      </dgm:t>
    </dgm:pt>
    <dgm:pt modelId="{DC2C7051-224C-42D3-A995-A8FA595ABE51}" type="parTrans" cxnId="{00910086-590E-4604-A174-5536633B7794}">
      <dgm:prSet/>
      <dgm:spPr/>
      <dgm:t>
        <a:bodyPr/>
        <a:lstStyle/>
        <a:p>
          <a:endParaRPr lang="en-US"/>
        </a:p>
      </dgm:t>
    </dgm:pt>
    <dgm:pt modelId="{966C7309-1CC8-46A0-BC68-3FC42289A457}" type="sibTrans" cxnId="{00910086-590E-4604-A174-5536633B7794}">
      <dgm:prSet/>
      <dgm:spPr/>
      <dgm:t>
        <a:bodyPr/>
        <a:lstStyle/>
        <a:p>
          <a:endParaRPr lang="en-US"/>
        </a:p>
      </dgm:t>
    </dgm:pt>
    <dgm:pt modelId="{0442432A-0A22-4D1F-A4EE-6C4D16A450B7}">
      <dgm:prSet/>
      <dgm:spPr/>
      <dgm:t>
        <a:bodyPr/>
        <a:lstStyle/>
        <a:p>
          <a:r>
            <a:rPr lang="en-US" dirty="0">
              <a:latin typeface="Times New Roman" panose="02020603050405020304" pitchFamily="18" charset="0"/>
              <a:cs typeface="Times New Roman" panose="02020603050405020304" pitchFamily="18" charset="0"/>
            </a:rPr>
            <a:t>Grade 2 - Minimal (Early Osteoarthritis): Clear osteophyte formation and slight joint space narrowing, representing early-stage osteoarthritis.</a:t>
          </a:r>
        </a:p>
      </dgm:t>
    </dgm:pt>
    <dgm:pt modelId="{E169CB7C-068C-49E2-90A4-2407671727A7}" type="parTrans" cxnId="{42F6513F-1E75-4527-BEAF-425E5FA3E87D}">
      <dgm:prSet/>
      <dgm:spPr/>
      <dgm:t>
        <a:bodyPr/>
        <a:lstStyle/>
        <a:p>
          <a:endParaRPr lang="en-US"/>
        </a:p>
      </dgm:t>
    </dgm:pt>
    <dgm:pt modelId="{8B6EF47D-FDE7-47F2-895D-AF455C9C30DC}" type="sibTrans" cxnId="{42F6513F-1E75-4527-BEAF-425E5FA3E87D}">
      <dgm:prSet/>
      <dgm:spPr/>
      <dgm:t>
        <a:bodyPr/>
        <a:lstStyle/>
        <a:p>
          <a:endParaRPr lang="en-US"/>
        </a:p>
      </dgm:t>
    </dgm:pt>
    <dgm:pt modelId="{33B35774-E6C4-42E4-9F68-7D70ADDF2746}">
      <dgm:prSet/>
      <dgm:spPr/>
      <dgm:t>
        <a:bodyPr/>
        <a:lstStyle/>
        <a:p>
          <a:r>
            <a:rPr lang="en-US" dirty="0">
              <a:latin typeface="Times New Roman" panose="02020603050405020304" pitchFamily="18" charset="0"/>
              <a:cs typeface="Times New Roman" panose="02020603050405020304" pitchFamily="18" charset="0"/>
            </a:rPr>
            <a:t>Grade 3 - Moderate (Advanced Osteoarthritis): Moderate joint space narrowing, larger osteophytes, and subchondral sclerosis indicating more severe degeneration.</a:t>
          </a:r>
        </a:p>
      </dgm:t>
    </dgm:pt>
    <dgm:pt modelId="{CA1A3C26-FDC7-4BED-9ECB-1F280BA5C18B}" type="parTrans" cxnId="{8D9E3B53-6F64-438D-BADC-658A25761B96}">
      <dgm:prSet/>
      <dgm:spPr/>
      <dgm:t>
        <a:bodyPr/>
        <a:lstStyle/>
        <a:p>
          <a:endParaRPr lang="en-US"/>
        </a:p>
      </dgm:t>
    </dgm:pt>
    <dgm:pt modelId="{9C8D4C02-4BCE-42D7-BD39-31F043850A70}" type="sibTrans" cxnId="{8D9E3B53-6F64-438D-BADC-658A25761B96}">
      <dgm:prSet/>
      <dgm:spPr/>
      <dgm:t>
        <a:bodyPr/>
        <a:lstStyle/>
        <a:p>
          <a:endParaRPr lang="en-US"/>
        </a:p>
      </dgm:t>
    </dgm:pt>
    <dgm:pt modelId="{445EA31A-0206-4667-9C5C-0405BC4D974E}">
      <dgm:prSet/>
      <dgm:spPr/>
      <dgm:t>
        <a:bodyPr/>
        <a:lstStyle/>
        <a:p>
          <a:r>
            <a:rPr lang="en-US" dirty="0">
              <a:latin typeface="Times New Roman" panose="02020603050405020304" pitchFamily="18" charset="0"/>
              <a:cs typeface="Times New Roman" panose="02020603050405020304" pitchFamily="18" charset="0"/>
            </a:rPr>
            <a:t>Grade 4 - Severe (End-Stage Osteoarthritis): Severe joint space loss, large osteophytes, and bone deformities with possible bone-on-bone contact, representing end-stage OA.</a:t>
          </a:r>
        </a:p>
      </dgm:t>
    </dgm:pt>
    <dgm:pt modelId="{90B1F76B-4FC9-447A-A9E0-0EB8E49C2C6D}" type="parTrans" cxnId="{8211DF27-154C-4FE5-A394-667AD572B2C2}">
      <dgm:prSet/>
      <dgm:spPr/>
      <dgm:t>
        <a:bodyPr/>
        <a:lstStyle/>
        <a:p>
          <a:endParaRPr lang="en-US"/>
        </a:p>
      </dgm:t>
    </dgm:pt>
    <dgm:pt modelId="{D52D2B01-250D-4CEE-9CC7-003DD2F1C00E}" type="sibTrans" cxnId="{8211DF27-154C-4FE5-A394-667AD572B2C2}">
      <dgm:prSet/>
      <dgm:spPr/>
      <dgm:t>
        <a:bodyPr/>
        <a:lstStyle/>
        <a:p>
          <a:endParaRPr lang="en-US"/>
        </a:p>
      </dgm:t>
    </dgm:pt>
    <dgm:pt modelId="{6667C3D1-9008-4FE6-8C57-E3B8D9691BF0}" type="pres">
      <dgm:prSet presAssocID="{9EC5E295-7744-4A3A-8294-8773CA9C4EA8}" presName="linear" presStyleCnt="0">
        <dgm:presLayoutVars>
          <dgm:animLvl val="lvl"/>
          <dgm:resizeHandles val="exact"/>
        </dgm:presLayoutVars>
      </dgm:prSet>
      <dgm:spPr/>
    </dgm:pt>
    <dgm:pt modelId="{279FBF2A-A637-4984-9ABE-81C0C8E1E1BE}" type="pres">
      <dgm:prSet presAssocID="{7A6FF96E-1C23-4090-AE65-6B997DEA3E91}" presName="parentText" presStyleLbl="node1" presStyleIdx="0" presStyleCnt="5">
        <dgm:presLayoutVars>
          <dgm:chMax val="0"/>
          <dgm:bulletEnabled val="1"/>
        </dgm:presLayoutVars>
      </dgm:prSet>
      <dgm:spPr/>
    </dgm:pt>
    <dgm:pt modelId="{76BB204F-A3A2-42BD-BC0B-D117FA14168F}" type="pres">
      <dgm:prSet presAssocID="{508060A7-AAF7-42D7-B0E7-F22175E0F5DB}" presName="spacer" presStyleCnt="0"/>
      <dgm:spPr/>
    </dgm:pt>
    <dgm:pt modelId="{B40DEC7D-7212-4BAE-8DDB-5B4A271E3F5B}" type="pres">
      <dgm:prSet presAssocID="{8CAE3445-C6CA-4ECE-85FF-1CFBA152A24F}" presName="parentText" presStyleLbl="node1" presStyleIdx="1" presStyleCnt="5">
        <dgm:presLayoutVars>
          <dgm:chMax val="0"/>
          <dgm:bulletEnabled val="1"/>
        </dgm:presLayoutVars>
      </dgm:prSet>
      <dgm:spPr/>
    </dgm:pt>
    <dgm:pt modelId="{A7D68078-E6C8-4B07-8C6F-9F4BC26FAA72}" type="pres">
      <dgm:prSet presAssocID="{966C7309-1CC8-46A0-BC68-3FC42289A457}" presName="spacer" presStyleCnt="0"/>
      <dgm:spPr/>
    </dgm:pt>
    <dgm:pt modelId="{4BCD9A65-1BC3-4379-BCA9-90280A9FFC36}" type="pres">
      <dgm:prSet presAssocID="{0442432A-0A22-4D1F-A4EE-6C4D16A450B7}" presName="parentText" presStyleLbl="node1" presStyleIdx="2" presStyleCnt="5">
        <dgm:presLayoutVars>
          <dgm:chMax val="0"/>
          <dgm:bulletEnabled val="1"/>
        </dgm:presLayoutVars>
      </dgm:prSet>
      <dgm:spPr/>
    </dgm:pt>
    <dgm:pt modelId="{669B2EC3-6432-4117-BF64-A8730680CA28}" type="pres">
      <dgm:prSet presAssocID="{8B6EF47D-FDE7-47F2-895D-AF455C9C30DC}" presName="spacer" presStyleCnt="0"/>
      <dgm:spPr/>
    </dgm:pt>
    <dgm:pt modelId="{2527D753-A8E4-4E33-B50C-F5B37F3A5A64}" type="pres">
      <dgm:prSet presAssocID="{33B35774-E6C4-42E4-9F68-7D70ADDF2746}" presName="parentText" presStyleLbl="node1" presStyleIdx="3" presStyleCnt="5">
        <dgm:presLayoutVars>
          <dgm:chMax val="0"/>
          <dgm:bulletEnabled val="1"/>
        </dgm:presLayoutVars>
      </dgm:prSet>
      <dgm:spPr/>
    </dgm:pt>
    <dgm:pt modelId="{B5E08E1C-6920-4112-BBA6-101988E6EDDA}" type="pres">
      <dgm:prSet presAssocID="{9C8D4C02-4BCE-42D7-BD39-31F043850A70}" presName="spacer" presStyleCnt="0"/>
      <dgm:spPr/>
    </dgm:pt>
    <dgm:pt modelId="{5A1DE020-E33F-47BD-8A2C-BBAAD38412C4}" type="pres">
      <dgm:prSet presAssocID="{445EA31A-0206-4667-9C5C-0405BC4D974E}" presName="parentText" presStyleLbl="node1" presStyleIdx="4" presStyleCnt="5">
        <dgm:presLayoutVars>
          <dgm:chMax val="0"/>
          <dgm:bulletEnabled val="1"/>
        </dgm:presLayoutVars>
      </dgm:prSet>
      <dgm:spPr/>
    </dgm:pt>
  </dgm:ptLst>
  <dgm:cxnLst>
    <dgm:cxn modelId="{F543881C-F2F3-4568-A207-569FB091CCC1}" type="presOf" srcId="{8CAE3445-C6CA-4ECE-85FF-1CFBA152A24F}" destId="{B40DEC7D-7212-4BAE-8DDB-5B4A271E3F5B}" srcOrd="0" destOrd="0" presId="urn:microsoft.com/office/officeart/2005/8/layout/vList2"/>
    <dgm:cxn modelId="{8211DF27-154C-4FE5-A394-667AD572B2C2}" srcId="{9EC5E295-7744-4A3A-8294-8773CA9C4EA8}" destId="{445EA31A-0206-4667-9C5C-0405BC4D974E}" srcOrd="4" destOrd="0" parTransId="{90B1F76B-4FC9-447A-A9E0-0EB8E49C2C6D}" sibTransId="{D52D2B01-250D-4CEE-9CC7-003DD2F1C00E}"/>
    <dgm:cxn modelId="{42F6513F-1E75-4527-BEAF-425E5FA3E87D}" srcId="{9EC5E295-7744-4A3A-8294-8773CA9C4EA8}" destId="{0442432A-0A22-4D1F-A4EE-6C4D16A450B7}" srcOrd="2" destOrd="0" parTransId="{E169CB7C-068C-49E2-90A4-2407671727A7}" sibTransId="{8B6EF47D-FDE7-47F2-895D-AF455C9C30DC}"/>
    <dgm:cxn modelId="{65F9C14D-969C-415C-9C9C-2E0BF205BD8D}" type="presOf" srcId="{445EA31A-0206-4667-9C5C-0405BC4D974E}" destId="{5A1DE020-E33F-47BD-8A2C-BBAAD38412C4}" srcOrd="0" destOrd="0" presId="urn:microsoft.com/office/officeart/2005/8/layout/vList2"/>
    <dgm:cxn modelId="{BA4D3772-F029-4FDA-9D5C-FB667673C0AC}" type="presOf" srcId="{7A6FF96E-1C23-4090-AE65-6B997DEA3E91}" destId="{279FBF2A-A637-4984-9ABE-81C0C8E1E1BE}" srcOrd="0" destOrd="0" presId="urn:microsoft.com/office/officeart/2005/8/layout/vList2"/>
    <dgm:cxn modelId="{8D9E3B53-6F64-438D-BADC-658A25761B96}" srcId="{9EC5E295-7744-4A3A-8294-8773CA9C4EA8}" destId="{33B35774-E6C4-42E4-9F68-7D70ADDF2746}" srcOrd="3" destOrd="0" parTransId="{CA1A3C26-FDC7-4BED-9ECB-1F280BA5C18B}" sibTransId="{9C8D4C02-4BCE-42D7-BD39-31F043850A70}"/>
    <dgm:cxn modelId="{4434FE74-7F65-4F45-B88A-65911F8D3DAE}" srcId="{9EC5E295-7744-4A3A-8294-8773CA9C4EA8}" destId="{7A6FF96E-1C23-4090-AE65-6B997DEA3E91}" srcOrd="0" destOrd="0" parTransId="{42A1161A-1219-4C16-8FA8-2BEAF78BBD71}" sibTransId="{508060A7-AAF7-42D7-B0E7-F22175E0F5DB}"/>
    <dgm:cxn modelId="{00910086-590E-4604-A174-5536633B7794}" srcId="{9EC5E295-7744-4A3A-8294-8773CA9C4EA8}" destId="{8CAE3445-C6CA-4ECE-85FF-1CFBA152A24F}" srcOrd="1" destOrd="0" parTransId="{DC2C7051-224C-42D3-A995-A8FA595ABE51}" sibTransId="{966C7309-1CC8-46A0-BC68-3FC42289A457}"/>
    <dgm:cxn modelId="{ADD7F2A7-3248-4B0C-B375-B367CFD0A851}" type="presOf" srcId="{33B35774-E6C4-42E4-9F68-7D70ADDF2746}" destId="{2527D753-A8E4-4E33-B50C-F5B37F3A5A64}" srcOrd="0" destOrd="0" presId="urn:microsoft.com/office/officeart/2005/8/layout/vList2"/>
    <dgm:cxn modelId="{84CCCBAB-EBBC-4D84-B02D-8CBDAE907E86}" type="presOf" srcId="{0442432A-0A22-4D1F-A4EE-6C4D16A450B7}" destId="{4BCD9A65-1BC3-4379-BCA9-90280A9FFC36}" srcOrd="0" destOrd="0" presId="urn:microsoft.com/office/officeart/2005/8/layout/vList2"/>
    <dgm:cxn modelId="{594B72DA-D3EB-4DA6-8A62-6626D7115FFB}" type="presOf" srcId="{9EC5E295-7744-4A3A-8294-8773CA9C4EA8}" destId="{6667C3D1-9008-4FE6-8C57-E3B8D9691BF0}" srcOrd="0" destOrd="0" presId="urn:microsoft.com/office/officeart/2005/8/layout/vList2"/>
    <dgm:cxn modelId="{4906614E-6A59-4EDC-9F47-E2DCD98ECA08}" type="presParOf" srcId="{6667C3D1-9008-4FE6-8C57-E3B8D9691BF0}" destId="{279FBF2A-A637-4984-9ABE-81C0C8E1E1BE}" srcOrd="0" destOrd="0" presId="urn:microsoft.com/office/officeart/2005/8/layout/vList2"/>
    <dgm:cxn modelId="{9B531D50-A0B5-4F88-B92C-CBD43045F6CB}" type="presParOf" srcId="{6667C3D1-9008-4FE6-8C57-E3B8D9691BF0}" destId="{76BB204F-A3A2-42BD-BC0B-D117FA14168F}" srcOrd="1" destOrd="0" presId="urn:microsoft.com/office/officeart/2005/8/layout/vList2"/>
    <dgm:cxn modelId="{15E6227A-4F1A-49E5-9F71-EB1C8DF128EF}" type="presParOf" srcId="{6667C3D1-9008-4FE6-8C57-E3B8D9691BF0}" destId="{B40DEC7D-7212-4BAE-8DDB-5B4A271E3F5B}" srcOrd="2" destOrd="0" presId="urn:microsoft.com/office/officeart/2005/8/layout/vList2"/>
    <dgm:cxn modelId="{328B0A14-B529-4319-B8D7-63A7D979F0C4}" type="presParOf" srcId="{6667C3D1-9008-4FE6-8C57-E3B8D9691BF0}" destId="{A7D68078-E6C8-4B07-8C6F-9F4BC26FAA72}" srcOrd="3" destOrd="0" presId="urn:microsoft.com/office/officeart/2005/8/layout/vList2"/>
    <dgm:cxn modelId="{F8D6BFA2-C1AE-4522-AD9A-404F4224D734}" type="presParOf" srcId="{6667C3D1-9008-4FE6-8C57-E3B8D9691BF0}" destId="{4BCD9A65-1BC3-4379-BCA9-90280A9FFC36}" srcOrd="4" destOrd="0" presId="urn:microsoft.com/office/officeart/2005/8/layout/vList2"/>
    <dgm:cxn modelId="{F74D935D-18BE-4F98-896C-C27F4552B492}" type="presParOf" srcId="{6667C3D1-9008-4FE6-8C57-E3B8D9691BF0}" destId="{669B2EC3-6432-4117-BF64-A8730680CA28}" srcOrd="5" destOrd="0" presId="urn:microsoft.com/office/officeart/2005/8/layout/vList2"/>
    <dgm:cxn modelId="{102B193D-A615-4E9A-8561-EA734BCF588C}" type="presParOf" srcId="{6667C3D1-9008-4FE6-8C57-E3B8D9691BF0}" destId="{2527D753-A8E4-4E33-B50C-F5B37F3A5A64}" srcOrd="6" destOrd="0" presId="urn:microsoft.com/office/officeart/2005/8/layout/vList2"/>
    <dgm:cxn modelId="{51B6EB6B-41D4-41E3-B6B3-EB9E8D421436}" type="presParOf" srcId="{6667C3D1-9008-4FE6-8C57-E3B8D9691BF0}" destId="{B5E08E1C-6920-4112-BBA6-101988E6EDDA}" srcOrd="7" destOrd="0" presId="urn:microsoft.com/office/officeart/2005/8/layout/vList2"/>
    <dgm:cxn modelId="{EB1D7DBE-6826-4827-940F-B02863183D3C}" type="presParOf" srcId="{6667C3D1-9008-4FE6-8C57-E3B8D9691BF0}" destId="{5A1DE020-E33F-47BD-8A2C-BBAAD38412C4}"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7918267-CA64-4C21-96A2-08D22E3A8378}" type="doc">
      <dgm:prSet loTypeId="urn:microsoft.com/office/officeart/2018/2/layout/IconVerticalSolidList" loCatId="icon" qsTypeId="urn:microsoft.com/office/officeart/2005/8/quickstyle/simple1" qsCatId="simple" csTypeId="urn:microsoft.com/office/officeart/2005/8/colors/accent3_2" csCatId="accent3" phldr="1"/>
      <dgm:spPr/>
      <dgm:t>
        <a:bodyPr/>
        <a:lstStyle/>
        <a:p>
          <a:endParaRPr lang="en-US"/>
        </a:p>
      </dgm:t>
    </dgm:pt>
    <dgm:pt modelId="{BB0DE1D2-3588-4962-8F50-A36B2510E1B1}">
      <dgm:prSet/>
      <dgm:spPr/>
      <dgm:t>
        <a:bodyPr/>
        <a:lstStyle/>
        <a:p>
          <a:r>
            <a:rPr lang="en-IN" dirty="0">
              <a:latin typeface="Times New Roman" panose="02020603050405020304" pitchFamily="18" charset="0"/>
              <a:cs typeface="Times New Roman" panose="02020603050405020304" pitchFamily="18" charset="0"/>
            </a:rPr>
            <a:t>Improving YOLO Efficient for Knee Osteoarthritis Detection Using Minkowski Distance.</a:t>
          </a:r>
          <a:endParaRPr lang="en-US" dirty="0">
            <a:latin typeface="Times New Roman" panose="02020603050405020304" pitchFamily="18" charset="0"/>
            <a:cs typeface="Times New Roman" panose="02020603050405020304" pitchFamily="18" charset="0"/>
          </a:endParaRPr>
        </a:p>
      </dgm:t>
    </dgm:pt>
    <dgm:pt modelId="{A4896DAC-B426-443B-81DB-C04FEA4D7C36}" type="parTrans" cxnId="{44FA3261-D5F2-4F3C-B2F7-2BD1080555B6}">
      <dgm:prSet/>
      <dgm:spPr/>
      <dgm:t>
        <a:bodyPr/>
        <a:lstStyle/>
        <a:p>
          <a:endParaRPr lang="en-US"/>
        </a:p>
      </dgm:t>
    </dgm:pt>
    <dgm:pt modelId="{C0C2F824-8CCF-429A-B99F-289B386F0859}" type="sibTrans" cxnId="{44FA3261-D5F2-4F3C-B2F7-2BD1080555B6}">
      <dgm:prSet/>
      <dgm:spPr/>
      <dgm:t>
        <a:bodyPr/>
        <a:lstStyle/>
        <a:p>
          <a:endParaRPr lang="en-US"/>
        </a:p>
      </dgm:t>
    </dgm:pt>
    <dgm:pt modelId="{83C5C3E2-D6CF-4B8C-B6D9-11BADA25361C}">
      <dgm:prSet/>
      <dgm:spPr/>
      <dgm:t>
        <a:bodyPr/>
        <a:lstStyle/>
        <a:p>
          <a:r>
            <a:rPr lang="en-US" dirty="0">
              <a:latin typeface="Times New Roman" panose="02020603050405020304" pitchFamily="18" charset="0"/>
              <a:cs typeface="Times New Roman" panose="02020603050405020304" pitchFamily="18" charset="0"/>
            </a:rPr>
            <a:t>Kellgren-Lawrence Grading of Knee Osteoarthritis Using Deep Learning: Diagnostic Performance with External Dataset and Comparison with Four Readers.</a:t>
          </a:r>
        </a:p>
      </dgm:t>
    </dgm:pt>
    <dgm:pt modelId="{C708DA68-8B10-44EB-9401-629708A0B0FA}" type="parTrans" cxnId="{55FD2990-98B3-4CF8-9FE5-1E29ABD64E7E}">
      <dgm:prSet/>
      <dgm:spPr/>
      <dgm:t>
        <a:bodyPr/>
        <a:lstStyle/>
        <a:p>
          <a:endParaRPr lang="en-US"/>
        </a:p>
      </dgm:t>
    </dgm:pt>
    <dgm:pt modelId="{27BD093B-30FF-429C-8036-FBDAFDE986E6}" type="sibTrans" cxnId="{55FD2990-98B3-4CF8-9FE5-1E29ABD64E7E}">
      <dgm:prSet/>
      <dgm:spPr/>
      <dgm:t>
        <a:bodyPr/>
        <a:lstStyle/>
        <a:p>
          <a:endParaRPr lang="en-US"/>
        </a:p>
      </dgm:t>
    </dgm:pt>
    <dgm:pt modelId="{4345DBE1-00D2-4C28-9EF6-FF616752B329}">
      <dgm:prSet/>
      <dgm:spPr/>
      <dgm:t>
        <a:bodyPr/>
        <a:lstStyle/>
        <a:p>
          <a:r>
            <a:rPr lang="en-US" dirty="0">
              <a:latin typeface="Times New Roman" panose="02020603050405020304" pitchFamily="18" charset="0"/>
              <a:cs typeface="Times New Roman" panose="02020603050405020304" pitchFamily="18" charset="0"/>
            </a:rPr>
            <a:t>YOLO-TLA: An Efficient and Lightweight Small Object Detection Model Based on YOLOv5.</a:t>
          </a:r>
        </a:p>
      </dgm:t>
    </dgm:pt>
    <dgm:pt modelId="{F4424EA5-264E-4DBF-BD70-07F69BD8511C}" type="parTrans" cxnId="{16E81B9E-C657-4B17-9F33-0DC09D89362F}">
      <dgm:prSet/>
      <dgm:spPr/>
      <dgm:t>
        <a:bodyPr/>
        <a:lstStyle/>
        <a:p>
          <a:endParaRPr lang="en-US"/>
        </a:p>
      </dgm:t>
    </dgm:pt>
    <dgm:pt modelId="{B8DCA9D9-C1B5-43E6-8736-E2B6BE254110}" type="sibTrans" cxnId="{16E81B9E-C657-4B17-9F33-0DC09D89362F}">
      <dgm:prSet/>
      <dgm:spPr/>
      <dgm:t>
        <a:bodyPr/>
        <a:lstStyle/>
        <a:p>
          <a:endParaRPr lang="en-US"/>
        </a:p>
      </dgm:t>
    </dgm:pt>
    <dgm:pt modelId="{C1B80C8C-07A6-4D70-91CF-1E831D1530FC}" type="pres">
      <dgm:prSet presAssocID="{D7918267-CA64-4C21-96A2-08D22E3A8378}" presName="root" presStyleCnt="0">
        <dgm:presLayoutVars>
          <dgm:dir/>
          <dgm:resizeHandles val="exact"/>
        </dgm:presLayoutVars>
      </dgm:prSet>
      <dgm:spPr/>
    </dgm:pt>
    <dgm:pt modelId="{FF0914A7-E75D-4481-860D-C48BD60546A6}" type="pres">
      <dgm:prSet presAssocID="{BB0DE1D2-3588-4962-8F50-A36B2510E1B1}" presName="compNode" presStyleCnt="0"/>
      <dgm:spPr/>
    </dgm:pt>
    <dgm:pt modelId="{E20B0FA5-DAFF-4BA1-9ACE-B5D4ADF1CD49}" type="pres">
      <dgm:prSet presAssocID="{BB0DE1D2-3588-4962-8F50-A36B2510E1B1}" presName="bgRect" presStyleLbl="bgShp" presStyleIdx="0" presStyleCnt="3"/>
      <dgm:spPr/>
    </dgm:pt>
    <dgm:pt modelId="{7354E459-B062-40C6-9AD9-BD19DD5FA786}" type="pres">
      <dgm:prSet presAssocID="{BB0DE1D2-3588-4962-8F50-A36B2510E1B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B1C6B145-B0C8-478D-BFF9-2EF9F629627D}" type="pres">
      <dgm:prSet presAssocID="{BB0DE1D2-3588-4962-8F50-A36B2510E1B1}" presName="spaceRect" presStyleCnt="0"/>
      <dgm:spPr/>
    </dgm:pt>
    <dgm:pt modelId="{5B22658F-678E-44D7-B3D2-70360E6DC191}" type="pres">
      <dgm:prSet presAssocID="{BB0DE1D2-3588-4962-8F50-A36B2510E1B1}" presName="parTx" presStyleLbl="revTx" presStyleIdx="0" presStyleCnt="3">
        <dgm:presLayoutVars>
          <dgm:chMax val="0"/>
          <dgm:chPref val="0"/>
        </dgm:presLayoutVars>
      </dgm:prSet>
      <dgm:spPr/>
    </dgm:pt>
    <dgm:pt modelId="{445AA8C1-2D2D-4410-8910-FB0107B0058B}" type="pres">
      <dgm:prSet presAssocID="{C0C2F824-8CCF-429A-B99F-289B386F0859}" presName="sibTrans" presStyleCnt="0"/>
      <dgm:spPr/>
    </dgm:pt>
    <dgm:pt modelId="{A850625E-3829-49EB-8C10-F3327BFBC5B5}" type="pres">
      <dgm:prSet presAssocID="{83C5C3E2-D6CF-4B8C-B6D9-11BADA25361C}" presName="compNode" presStyleCnt="0"/>
      <dgm:spPr/>
    </dgm:pt>
    <dgm:pt modelId="{9466433B-78ED-4939-AD39-F336AB33D97D}" type="pres">
      <dgm:prSet presAssocID="{83C5C3E2-D6CF-4B8C-B6D9-11BADA25361C}" presName="bgRect" presStyleLbl="bgShp" presStyleIdx="1" presStyleCnt="3"/>
      <dgm:spPr/>
    </dgm:pt>
    <dgm:pt modelId="{C8496680-3347-4EE1-B735-C4195D248F64}" type="pres">
      <dgm:prSet presAssocID="{83C5C3E2-D6CF-4B8C-B6D9-11BADA25361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orkflow"/>
        </a:ext>
      </dgm:extLst>
    </dgm:pt>
    <dgm:pt modelId="{EEE9A67E-151E-425D-809A-C6E827BD242C}" type="pres">
      <dgm:prSet presAssocID="{83C5C3E2-D6CF-4B8C-B6D9-11BADA25361C}" presName="spaceRect" presStyleCnt="0"/>
      <dgm:spPr/>
    </dgm:pt>
    <dgm:pt modelId="{53C49F48-9D94-46C9-8A2D-EF45BE134ECF}" type="pres">
      <dgm:prSet presAssocID="{83C5C3E2-D6CF-4B8C-B6D9-11BADA25361C}" presName="parTx" presStyleLbl="revTx" presStyleIdx="1" presStyleCnt="3">
        <dgm:presLayoutVars>
          <dgm:chMax val="0"/>
          <dgm:chPref val="0"/>
        </dgm:presLayoutVars>
      </dgm:prSet>
      <dgm:spPr/>
    </dgm:pt>
    <dgm:pt modelId="{F2A48365-D39A-43A3-9264-DB5E7F880294}" type="pres">
      <dgm:prSet presAssocID="{27BD093B-30FF-429C-8036-FBDAFDE986E6}" presName="sibTrans" presStyleCnt="0"/>
      <dgm:spPr/>
    </dgm:pt>
    <dgm:pt modelId="{B39A67B9-D84F-4195-B453-8AAE9D4C41D7}" type="pres">
      <dgm:prSet presAssocID="{4345DBE1-00D2-4C28-9EF6-FF616752B329}" presName="compNode" presStyleCnt="0"/>
      <dgm:spPr/>
    </dgm:pt>
    <dgm:pt modelId="{070F7836-5A17-446E-B9D8-0B07139E0FF2}" type="pres">
      <dgm:prSet presAssocID="{4345DBE1-00D2-4C28-9EF6-FF616752B329}" presName="bgRect" presStyleLbl="bgShp" presStyleIdx="2" presStyleCnt="3"/>
      <dgm:spPr/>
    </dgm:pt>
    <dgm:pt modelId="{8B114384-BBB9-4D00-BF0D-9C966CDE592A}" type="pres">
      <dgm:prSet presAssocID="{4345DBE1-00D2-4C28-9EF6-FF616752B32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laying Cards"/>
        </a:ext>
      </dgm:extLst>
    </dgm:pt>
    <dgm:pt modelId="{F6C13410-CE63-4098-968A-A4357B808EDD}" type="pres">
      <dgm:prSet presAssocID="{4345DBE1-00D2-4C28-9EF6-FF616752B329}" presName="spaceRect" presStyleCnt="0"/>
      <dgm:spPr/>
    </dgm:pt>
    <dgm:pt modelId="{425B46D1-1F26-471B-B4D7-3C68FD7CF5C2}" type="pres">
      <dgm:prSet presAssocID="{4345DBE1-00D2-4C28-9EF6-FF616752B329}" presName="parTx" presStyleLbl="revTx" presStyleIdx="2" presStyleCnt="3">
        <dgm:presLayoutVars>
          <dgm:chMax val="0"/>
          <dgm:chPref val="0"/>
        </dgm:presLayoutVars>
      </dgm:prSet>
      <dgm:spPr/>
    </dgm:pt>
  </dgm:ptLst>
  <dgm:cxnLst>
    <dgm:cxn modelId="{F2D94113-0FA3-49E9-AA36-8C16B308B54B}" type="presOf" srcId="{83C5C3E2-D6CF-4B8C-B6D9-11BADA25361C}" destId="{53C49F48-9D94-46C9-8A2D-EF45BE134ECF}" srcOrd="0" destOrd="0" presId="urn:microsoft.com/office/officeart/2018/2/layout/IconVerticalSolidList"/>
    <dgm:cxn modelId="{535B0228-46F7-4B4D-8589-57AC6B6A5B13}" type="presOf" srcId="{BB0DE1D2-3588-4962-8F50-A36B2510E1B1}" destId="{5B22658F-678E-44D7-B3D2-70360E6DC191}" srcOrd="0" destOrd="0" presId="urn:microsoft.com/office/officeart/2018/2/layout/IconVerticalSolidList"/>
    <dgm:cxn modelId="{44FA3261-D5F2-4F3C-B2F7-2BD1080555B6}" srcId="{D7918267-CA64-4C21-96A2-08D22E3A8378}" destId="{BB0DE1D2-3588-4962-8F50-A36B2510E1B1}" srcOrd="0" destOrd="0" parTransId="{A4896DAC-B426-443B-81DB-C04FEA4D7C36}" sibTransId="{C0C2F824-8CCF-429A-B99F-289B386F0859}"/>
    <dgm:cxn modelId="{6F975044-DC6E-41F9-8CE0-A5C0E61CDB69}" type="presOf" srcId="{4345DBE1-00D2-4C28-9EF6-FF616752B329}" destId="{425B46D1-1F26-471B-B4D7-3C68FD7CF5C2}" srcOrd="0" destOrd="0" presId="urn:microsoft.com/office/officeart/2018/2/layout/IconVerticalSolidList"/>
    <dgm:cxn modelId="{073BBD5A-54B1-473B-9C01-07888182603D}" type="presOf" srcId="{D7918267-CA64-4C21-96A2-08D22E3A8378}" destId="{C1B80C8C-07A6-4D70-91CF-1E831D1530FC}" srcOrd="0" destOrd="0" presId="urn:microsoft.com/office/officeart/2018/2/layout/IconVerticalSolidList"/>
    <dgm:cxn modelId="{55FD2990-98B3-4CF8-9FE5-1E29ABD64E7E}" srcId="{D7918267-CA64-4C21-96A2-08D22E3A8378}" destId="{83C5C3E2-D6CF-4B8C-B6D9-11BADA25361C}" srcOrd="1" destOrd="0" parTransId="{C708DA68-8B10-44EB-9401-629708A0B0FA}" sibTransId="{27BD093B-30FF-429C-8036-FBDAFDE986E6}"/>
    <dgm:cxn modelId="{16E81B9E-C657-4B17-9F33-0DC09D89362F}" srcId="{D7918267-CA64-4C21-96A2-08D22E3A8378}" destId="{4345DBE1-00D2-4C28-9EF6-FF616752B329}" srcOrd="2" destOrd="0" parTransId="{F4424EA5-264E-4DBF-BD70-07F69BD8511C}" sibTransId="{B8DCA9D9-C1B5-43E6-8736-E2B6BE254110}"/>
    <dgm:cxn modelId="{988D2602-D21B-4E84-9A52-D2E387CA0D1E}" type="presParOf" srcId="{C1B80C8C-07A6-4D70-91CF-1E831D1530FC}" destId="{FF0914A7-E75D-4481-860D-C48BD60546A6}" srcOrd="0" destOrd="0" presId="urn:microsoft.com/office/officeart/2018/2/layout/IconVerticalSolidList"/>
    <dgm:cxn modelId="{F070AACE-E4EA-470C-8335-7BFC3E6ECA6E}" type="presParOf" srcId="{FF0914A7-E75D-4481-860D-C48BD60546A6}" destId="{E20B0FA5-DAFF-4BA1-9ACE-B5D4ADF1CD49}" srcOrd="0" destOrd="0" presId="urn:microsoft.com/office/officeart/2018/2/layout/IconVerticalSolidList"/>
    <dgm:cxn modelId="{5C4DEE8E-5B47-4DD1-97FA-67BB47CFDA21}" type="presParOf" srcId="{FF0914A7-E75D-4481-860D-C48BD60546A6}" destId="{7354E459-B062-40C6-9AD9-BD19DD5FA786}" srcOrd="1" destOrd="0" presId="urn:microsoft.com/office/officeart/2018/2/layout/IconVerticalSolidList"/>
    <dgm:cxn modelId="{CA1C69BC-FD6F-40FB-A0A7-B0B139974E21}" type="presParOf" srcId="{FF0914A7-E75D-4481-860D-C48BD60546A6}" destId="{B1C6B145-B0C8-478D-BFF9-2EF9F629627D}" srcOrd="2" destOrd="0" presId="urn:microsoft.com/office/officeart/2018/2/layout/IconVerticalSolidList"/>
    <dgm:cxn modelId="{F2DA14B2-AFD9-44EE-81FB-3542468D38F9}" type="presParOf" srcId="{FF0914A7-E75D-4481-860D-C48BD60546A6}" destId="{5B22658F-678E-44D7-B3D2-70360E6DC191}" srcOrd="3" destOrd="0" presId="urn:microsoft.com/office/officeart/2018/2/layout/IconVerticalSolidList"/>
    <dgm:cxn modelId="{1A267E7C-49BD-4B29-9997-4B75CF3FBD9F}" type="presParOf" srcId="{C1B80C8C-07A6-4D70-91CF-1E831D1530FC}" destId="{445AA8C1-2D2D-4410-8910-FB0107B0058B}" srcOrd="1" destOrd="0" presId="urn:microsoft.com/office/officeart/2018/2/layout/IconVerticalSolidList"/>
    <dgm:cxn modelId="{334D750C-AD62-45E9-87F3-B3F73169E4D0}" type="presParOf" srcId="{C1B80C8C-07A6-4D70-91CF-1E831D1530FC}" destId="{A850625E-3829-49EB-8C10-F3327BFBC5B5}" srcOrd="2" destOrd="0" presId="urn:microsoft.com/office/officeart/2018/2/layout/IconVerticalSolidList"/>
    <dgm:cxn modelId="{C5BDD1F6-881C-41D0-AE12-FB3FA8468A9B}" type="presParOf" srcId="{A850625E-3829-49EB-8C10-F3327BFBC5B5}" destId="{9466433B-78ED-4939-AD39-F336AB33D97D}" srcOrd="0" destOrd="0" presId="urn:microsoft.com/office/officeart/2018/2/layout/IconVerticalSolidList"/>
    <dgm:cxn modelId="{2976D717-DBFD-45A6-B7D8-3C06FDE03711}" type="presParOf" srcId="{A850625E-3829-49EB-8C10-F3327BFBC5B5}" destId="{C8496680-3347-4EE1-B735-C4195D248F64}" srcOrd="1" destOrd="0" presId="urn:microsoft.com/office/officeart/2018/2/layout/IconVerticalSolidList"/>
    <dgm:cxn modelId="{798D5412-0A90-449B-B0A7-D8E4F52399F2}" type="presParOf" srcId="{A850625E-3829-49EB-8C10-F3327BFBC5B5}" destId="{EEE9A67E-151E-425D-809A-C6E827BD242C}" srcOrd="2" destOrd="0" presId="urn:microsoft.com/office/officeart/2018/2/layout/IconVerticalSolidList"/>
    <dgm:cxn modelId="{010DD1D0-133D-4840-95F9-0A4D81C0F7F8}" type="presParOf" srcId="{A850625E-3829-49EB-8C10-F3327BFBC5B5}" destId="{53C49F48-9D94-46C9-8A2D-EF45BE134ECF}" srcOrd="3" destOrd="0" presId="urn:microsoft.com/office/officeart/2018/2/layout/IconVerticalSolidList"/>
    <dgm:cxn modelId="{C33CDDCE-FF3D-49F3-A549-2CE3E1EE264C}" type="presParOf" srcId="{C1B80C8C-07A6-4D70-91CF-1E831D1530FC}" destId="{F2A48365-D39A-43A3-9264-DB5E7F880294}" srcOrd="3" destOrd="0" presId="urn:microsoft.com/office/officeart/2018/2/layout/IconVerticalSolidList"/>
    <dgm:cxn modelId="{2BD87A6C-F7FF-4C7D-AEC9-EE44F1C2EE33}" type="presParOf" srcId="{C1B80C8C-07A6-4D70-91CF-1E831D1530FC}" destId="{B39A67B9-D84F-4195-B453-8AAE9D4C41D7}" srcOrd="4" destOrd="0" presId="urn:microsoft.com/office/officeart/2018/2/layout/IconVerticalSolidList"/>
    <dgm:cxn modelId="{ADE332E9-7AF8-4F89-851C-B5ED6DA1A391}" type="presParOf" srcId="{B39A67B9-D84F-4195-B453-8AAE9D4C41D7}" destId="{070F7836-5A17-446E-B9D8-0B07139E0FF2}" srcOrd="0" destOrd="0" presId="urn:microsoft.com/office/officeart/2018/2/layout/IconVerticalSolidList"/>
    <dgm:cxn modelId="{3BBAB416-1751-4745-B6C8-BF2BA6DD50C7}" type="presParOf" srcId="{B39A67B9-D84F-4195-B453-8AAE9D4C41D7}" destId="{8B114384-BBB9-4D00-BF0D-9C966CDE592A}" srcOrd="1" destOrd="0" presId="urn:microsoft.com/office/officeart/2018/2/layout/IconVerticalSolidList"/>
    <dgm:cxn modelId="{769C6CAF-B7AA-4CD1-95BF-F31B18CD351C}" type="presParOf" srcId="{B39A67B9-D84F-4195-B453-8AAE9D4C41D7}" destId="{F6C13410-CE63-4098-968A-A4357B808EDD}" srcOrd="2" destOrd="0" presId="urn:microsoft.com/office/officeart/2018/2/layout/IconVerticalSolidList"/>
    <dgm:cxn modelId="{5AC2ED03-1367-4E98-B01F-5F4BDEB64388}" type="presParOf" srcId="{B39A67B9-D84F-4195-B453-8AAE9D4C41D7}" destId="{425B46D1-1F26-471B-B4D7-3C68FD7CF5C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54F5539-A4B2-4FEE-A14D-FA1C40DA1A04}" type="doc">
      <dgm:prSet loTypeId="urn:microsoft.com/office/officeart/2016/7/layout/VerticalDownArrowProcess#1" loCatId="process" qsTypeId="urn:microsoft.com/office/officeart/2005/8/quickstyle/simple1#1" qsCatId="simple" csTypeId="urn:microsoft.com/office/officeart/2005/8/colors/colorful1#1" csCatId="colorful" phldr="1"/>
      <dgm:spPr/>
      <dgm:t>
        <a:bodyPr/>
        <a:lstStyle/>
        <a:p>
          <a:endParaRPr lang="en-US"/>
        </a:p>
      </dgm:t>
    </dgm:pt>
    <dgm:pt modelId="{9B453CB0-161B-4585-9690-EF5C96AC0561}">
      <dgm:prSet/>
      <dgm:spPr/>
      <dgm:t>
        <a:bodyPr/>
        <a:lstStyle/>
        <a:p>
          <a:r>
            <a:rPr lang="en-US" dirty="0"/>
            <a:t>Step 1</a:t>
          </a:r>
        </a:p>
      </dgm:t>
    </dgm:pt>
    <dgm:pt modelId="{FA693E23-FB71-4DFC-B4CC-0E8A44700A6B}" type="parTrans" cxnId="{F94392AE-4D3C-4412-B053-476917C9251E}">
      <dgm:prSet/>
      <dgm:spPr/>
      <dgm:t>
        <a:bodyPr/>
        <a:lstStyle/>
        <a:p>
          <a:endParaRPr lang="en-US"/>
        </a:p>
      </dgm:t>
    </dgm:pt>
    <dgm:pt modelId="{57C530ED-327E-4F53-9E8B-4490FF5CD35C}" type="sibTrans" cxnId="{F94392AE-4D3C-4412-B053-476917C9251E}">
      <dgm:prSet/>
      <dgm:spPr/>
      <dgm:t>
        <a:bodyPr/>
        <a:lstStyle/>
        <a:p>
          <a:endParaRPr lang="en-US"/>
        </a:p>
      </dgm:t>
    </dgm:pt>
    <dgm:pt modelId="{D610ED89-638F-4716-BD0A-DF71726D5551}">
      <dgm:prSet/>
      <dgm:spPr/>
      <dgm:t>
        <a:bodyPr/>
        <a:lstStyle/>
        <a:p>
          <a:r>
            <a:rPr lang="en-US" dirty="0"/>
            <a:t>Step 2</a:t>
          </a:r>
        </a:p>
      </dgm:t>
    </dgm:pt>
    <dgm:pt modelId="{7FB1D790-10EA-4363-A918-FF0FD601558C}" type="parTrans" cxnId="{39B27E9D-4C8B-4AF5-A464-6508351846F1}">
      <dgm:prSet/>
      <dgm:spPr/>
      <dgm:t>
        <a:bodyPr/>
        <a:lstStyle/>
        <a:p>
          <a:endParaRPr lang="en-US"/>
        </a:p>
      </dgm:t>
    </dgm:pt>
    <dgm:pt modelId="{1D5951E0-348B-41B9-B98B-393B87F2D50A}" type="sibTrans" cxnId="{39B27E9D-4C8B-4AF5-A464-6508351846F1}">
      <dgm:prSet/>
      <dgm:spPr/>
      <dgm:t>
        <a:bodyPr/>
        <a:lstStyle/>
        <a:p>
          <a:endParaRPr lang="en-US"/>
        </a:p>
      </dgm:t>
    </dgm:pt>
    <dgm:pt modelId="{0D1E1E27-82CA-41D5-9B41-4CE86FAC852E}">
      <dgm:prSet phldr="0"/>
      <dgm:spPr/>
      <dgm:t>
        <a:bodyPr/>
        <a:lstStyle/>
        <a:p>
          <a:pPr rtl="0"/>
          <a:r>
            <a:rPr lang="en-US" dirty="0">
              <a:latin typeface="Times New Roman" panose="02020603050405020304" pitchFamily="18" charset="0"/>
              <a:cs typeface="Times New Roman" panose="02020603050405020304" pitchFamily="18" charset="0"/>
            </a:rPr>
            <a:t>Model Setup</a:t>
          </a:r>
        </a:p>
      </dgm:t>
    </dgm:pt>
    <dgm:pt modelId="{8D890A82-9841-4427-BAD8-BB35D5CF0EA5}" type="parTrans" cxnId="{44421614-120A-4780-952D-54497DBB42ED}">
      <dgm:prSet/>
      <dgm:spPr/>
      <dgm:t>
        <a:bodyPr/>
        <a:lstStyle/>
        <a:p>
          <a:endParaRPr lang="en-US"/>
        </a:p>
      </dgm:t>
    </dgm:pt>
    <dgm:pt modelId="{08AB264C-69F7-4285-9E14-E43C11385752}" type="sibTrans" cxnId="{44421614-120A-4780-952D-54497DBB42ED}">
      <dgm:prSet/>
      <dgm:spPr/>
      <dgm:t>
        <a:bodyPr/>
        <a:lstStyle/>
        <a:p>
          <a:endParaRPr lang="en-US"/>
        </a:p>
      </dgm:t>
    </dgm:pt>
    <dgm:pt modelId="{CF4DC95C-4970-42B3-A322-496294BAE48D}">
      <dgm:prSet/>
      <dgm:spPr/>
      <dgm:t>
        <a:bodyPr/>
        <a:lstStyle/>
        <a:p>
          <a:r>
            <a:rPr lang="en-US" dirty="0"/>
            <a:t>Step 3</a:t>
          </a:r>
        </a:p>
      </dgm:t>
    </dgm:pt>
    <dgm:pt modelId="{16B00682-E294-46FB-B3F9-BC111E4135BC}" type="parTrans" cxnId="{61A13AEC-E7F6-4371-9B3C-D229F1D6B5C5}">
      <dgm:prSet/>
      <dgm:spPr/>
      <dgm:t>
        <a:bodyPr/>
        <a:lstStyle/>
        <a:p>
          <a:endParaRPr lang="en-US"/>
        </a:p>
      </dgm:t>
    </dgm:pt>
    <dgm:pt modelId="{ABFACD7A-CFAF-4862-BB02-AC2A480CB979}" type="sibTrans" cxnId="{61A13AEC-E7F6-4371-9B3C-D229F1D6B5C5}">
      <dgm:prSet/>
      <dgm:spPr/>
      <dgm:t>
        <a:bodyPr/>
        <a:lstStyle/>
        <a:p>
          <a:endParaRPr lang="en-US"/>
        </a:p>
      </dgm:t>
    </dgm:pt>
    <dgm:pt modelId="{FF331CDF-855B-4173-9A70-BF7C7C7A45AA}">
      <dgm:prSet phldr="0"/>
      <dgm:spPr/>
      <dgm:t>
        <a:bodyPr/>
        <a:lstStyle/>
        <a:p>
          <a:r>
            <a:rPr lang="en-IN" dirty="0">
              <a:latin typeface="Times New Roman" panose="02020603050405020304" pitchFamily="18" charset="0"/>
              <a:cs typeface="Times New Roman" panose="02020603050405020304" pitchFamily="18" charset="0"/>
            </a:rPr>
            <a:t>Model Prediction Process</a:t>
          </a:r>
          <a:endParaRPr lang="en-US" dirty="0">
            <a:latin typeface="Times New Roman" panose="02020603050405020304" pitchFamily="18" charset="0"/>
            <a:cs typeface="Times New Roman" panose="02020603050405020304" pitchFamily="18" charset="0"/>
          </a:endParaRPr>
        </a:p>
      </dgm:t>
    </dgm:pt>
    <dgm:pt modelId="{0D12DB5C-BA05-47E4-B00C-F945B57C60F8}" type="parTrans" cxnId="{DB133841-4C22-43B9-9C8F-B0B0F1022A51}">
      <dgm:prSet/>
      <dgm:spPr/>
      <dgm:t>
        <a:bodyPr/>
        <a:lstStyle/>
        <a:p>
          <a:endParaRPr lang="en-US"/>
        </a:p>
      </dgm:t>
    </dgm:pt>
    <dgm:pt modelId="{B9F51368-D885-4CD4-9A93-689146EFA290}" type="sibTrans" cxnId="{DB133841-4C22-43B9-9C8F-B0B0F1022A51}">
      <dgm:prSet/>
      <dgm:spPr/>
      <dgm:t>
        <a:bodyPr/>
        <a:lstStyle/>
        <a:p>
          <a:endParaRPr lang="en-US"/>
        </a:p>
      </dgm:t>
    </dgm:pt>
    <dgm:pt modelId="{D032B980-8EA0-45C4-94CD-11681523ED9B}">
      <dgm:prSet/>
      <dgm:spPr/>
      <dgm:t>
        <a:bodyPr/>
        <a:lstStyle/>
        <a:p>
          <a:r>
            <a:rPr lang="en-US" dirty="0"/>
            <a:t>Step 4</a:t>
          </a:r>
        </a:p>
      </dgm:t>
    </dgm:pt>
    <dgm:pt modelId="{01EC26F4-0092-474A-A7DB-3061A1C71497}" type="parTrans" cxnId="{E844F8B4-2E87-409D-8D59-EF8A996CD68E}">
      <dgm:prSet/>
      <dgm:spPr/>
      <dgm:t>
        <a:bodyPr/>
        <a:lstStyle/>
        <a:p>
          <a:endParaRPr lang="en-US"/>
        </a:p>
      </dgm:t>
    </dgm:pt>
    <dgm:pt modelId="{148346F7-A47A-48D9-9326-7C1CBF78CEE7}" type="sibTrans" cxnId="{E844F8B4-2E87-409D-8D59-EF8A996CD68E}">
      <dgm:prSet/>
      <dgm:spPr/>
      <dgm:t>
        <a:bodyPr/>
        <a:lstStyle/>
        <a:p>
          <a:endParaRPr lang="en-US"/>
        </a:p>
      </dgm:t>
    </dgm:pt>
    <dgm:pt modelId="{A4127645-66A7-4D14-A962-F106C8024E5E}">
      <dgm:prSet phldr="0"/>
      <dgm:spPr/>
      <dgm:t>
        <a:bodyPr/>
        <a:lstStyle/>
        <a:p>
          <a:pPr rtl="0"/>
          <a:r>
            <a:rPr lang="en-IN" dirty="0">
              <a:latin typeface="Times New Roman" panose="02020603050405020304" pitchFamily="18" charset="0"/>
              <a:cs typeface="Times New Roman" panose="02020603050405020304" pitchFamily="18" charset="0"/>
            </a:rPr>
            <a:t>Hybrid Model (Ensemble Approach)</a:t>
          </a:r>
          <a:endParaRPr lang="en-US" dirty="0">
            <a:latin typeface="Times New Roman" panose="02020603050405020304" pitchFamily="18" charset="0"/>
            <a:cs typeface="Times New Roman" panose="02020603050405020304" pitchFamily="18" charset="0"/>
          </a:endParaRPr>
        </a:p>
      </dgm:t>
    </dgm:pt>
    <dgm:pt modelId="{1425AA94-0E14-4E88-859D-335681E52552}" type="parTrans" cxnId="{6DA8AE73-FEB7-45F1-BEA4-9095738EF64A}">
      <dgm:prSet/>
      <dgm:spPr/>
      <dgm:t>
        <a:bodyPr/>
        <a:lstStyle/>
        <a:p>
          <a:endParaRPr lang="en-US"/>
        </a:p>
      </dgm:t>
    </dgm:pt>
    <dgm:pt modelId="{01DDBEC6-EBD4-467B-8EDC-BB1B59B8ECD1}" type="sibTrans" cxnId="{6DA8AE73-FEB7-45F1-BEA4-9095738EF64A}">
      <dgm:prSet/>
      <dgm:spPr/>
      <dgm:t>
        <a:bodyPr/>
        <a:lstStyle/>
        <a:p>
          <a:endParaRPr lang="en-US"/>
        </a:p>
      </dgm:t>
    </dgm:pt>
    <dgm:pt modelId="{1DFC9E3C-0C21-428E-8DDB-4DBBE100A96B}">
      <dgm:prSet/>
      <dgm:spPr/>
      <dgm:t>
        <a:bodyPr/>
        <a:lstStyle/>
        <a:p>
          <a:r>
            <a:rPr lang="en-US" dirty="0"/>
            <a:t>Step 5</a:t>
          </a:r>
        </a:p>
      </dgm:t>
    </dgm:pt>
    <dgm:pt modelId="{E528EC6B-C75B-47B1-B637-B54FB2837A10}" type="parTrans" cxnId="{0C9439E6-59F5-450D-9939-6DD9FA275CA5}">
      <dgm:prSet/>
      <dgm:spPr/>
      <dgm:t>
        <a:bodyPr/>
        <a:lstStyle/>
        <a:p>
          <a:endParaRPr lang="en-US"/>
        </a:p>
      </dgm:t>
    </dgm:pt>
    <dgm:pt modelId="{CB477C9B-DC8B-4FC3-9139-A0E2C70D9711}" type="sibTrans" cxnId="{0C9439E6-59F5-450D-9939-6DD9FA275CA5}">
      <dgm:prSet/>
      <dgm:spPr/>
      <dgm:t>
        <a:bodyPr/>
        <a:lstStyle/>
        <a:p>
          <a:endParaRPr lang="en-US"/>
        </a:p>
      </dgm:t>
    </dgm:pt>
    <dgm:pt modelId="{8528CF68-4B35-4D8F-9A63-AA61D6100817}">
      <dgm:prSet phldr="0"/>
      <dgm:spPr/>
      <dgm:t>
        <a:bodyPr/>
        <a:lstStyle/>
        <a:p>
          <a:pPr rtl="0"/>
          <a:r>
            <a:rPr lang="en-IN" dirty="0">
              <a:latin typeface="Times New Roman" panose="02020603050405020304" pitchFamily="18" charset="0"/>
              <a:cs typeface="Times New Roman" panose="02020603050405020304" pitchFamily="18" charset="0"/>
            </a:rPr>
            <a:t>Evaluation</a:t>
          </a:r>
          <a:endParaRPr lang="en-US" dirty="0">
            <a:latin typeface="Times New Roman" panose="02020603050405020304" pitchFamily="18" charset="0"/>
            <a:cs typeface="Times New Roman" panose="02020603050405020304" pitchFamily="18" charset="0"/>
          </a:endParaRPr>
        </a:p>
      </dgm:t>
    </dgm:pt>
    <dgm:pt modelId="{B78FD11E-EE0C-4F52-8D05-B5BECE946536}" type="parTrans" cxnId="{DB60F469-EF34-4F2D-8DEF-C25D2B99700B}">
      <dgm:prSet/>
      <dgm:spPr/>
      <dgm:t>
        <a:bodyPr/>
        <a:lstStyle/>
        <a:p>
          <a:endParaRPr lang="en-US"/>
        </a:p>
      </dgm:t>
    </dgm:pt>
    <dgm:pt modelId="{2B400DD6-1458-4846-9D85-C14DDE87E229}" type="sibTrans" cxnId="{DB60F469-EF34-4F2D-8DEF-C25D2B99700B}">
      <dgm:prSet/>
      <dgm:spPr/>
      <dgm:t>
        <a:bodyPr/>
        <a:lstStyle/>
        <a:p>
          <a:endParaRPr lang="en-US"/>
        </a:p>
      </dgm:t>
    </dgm:pt>
    <dgm:pt modelId="{8D77AF8C-F19A-4226-AE34-79F79F00CAA1}">
      <dgm:prSet/>
      <dgm:spPr/>
      <dgm:t>
        <a:bodyPr/>
        <a:lstStyle/>
        <a:p>
          <a:r>
            <a:rPr lang="en-US" dirty="0"/>
            <a:t>Step 6</a:t>
          </a:r>
        </a:p>
      </dgm:t>
    </dgm:pt>
    <dgm:pt modelId="{F91A3FB7-F705-44CB-8B02-783CBE2F6024}" type="parTrans" cxnId="{1AF4D3C2-61B6-4483-9114-9064A690FA07}">
      <dgm:prSet/>
      <dgm:spPr/>
      <dgm:t>
        <a:bodyPr/>
        <a:lstStyle/>
        <a:p>
          <a:endParaRPr lang="en-US"/>
        </a:p>
      </dgm:t>
    </dgm:pt>
    <dgm:pt modelId="{7F6FFC55-3ABF-477B-8D0A-31BF8F0D97F8}" type="sibTrans" cxnId="{1AF4D3C2-61B6-4483-9114-9064A690FA07}">
      <dgm:prSet/>
      <dgm:spPr/>
      <dgm:t>
        <a:bodyPr/>
        <a:lstStyle/>
        <a:p>
          <a:endParaRPr lang="en-US"/>
        </a:p>
      </dgm:t>
    </dgm:pt>
    <dgm:pt modelId="{A7A6DF71-F1C4-4BB3-98DA-F3752204B3FF}">
      <dgm:prSet phldr="0"/>
      <dgm:spPr/>
      <dgm:t>
        <a:bodyPr/>
        <a:lstStyle/>
        <a:p>
          <a:pPr rtl="0"/>
          <a:r>
            <a:rPr lang="en-IN" dirty="0">
              <a:latin typeface="Times New Roman" panose="02020603050405020304" pitchFamily="18" charset="0"/>
              <a:cs typeface="Times New Roman" panose="02020603050405020304" pitchFamily="18" charset="0"/>
            </a:rPr>
            <a:t>Model Development (Future Work)</a:t>
          </a:r>
          <a:endParaRPr lang="en-US" dirty="0">
            <a:latin typeface="Times New Roman" panose="02020603050405020304" pitchFamily="18" charset="0"/>
            <a:cs typeface="Times New Roman" panose="02020603050405020304" pitchFamily="18" charset="0"/>
          </a:endParaRPr>
        </a:p>
      </dgm:t>
    </dgm:pt>
    <dgm:pt modelId="{2B90D3B0-87D6-42C3-89AD-5E0510E15EE7}" type="parTrans" cxnId="{9C336E40-2074-461A-BAFB-D5EDDD098D9B}">
      <dgm:prSet/>
      <dgm:spPr/>
      <dgm:t>
        <a:bodyPr/>
        <a:lstStyle/>
        <a:p>
          <a:endParaRPr lang="en-US"/>
        </a:p>
      </dgm:t>
    </dgm:pt>
    <dgm:pt modelId="{7AAAEBEA-E194-4043-9B72-5AB2895C9CD3}" type="sibTrans" cxnId="{9C336E40-2074-461A-BAFB-D5EDDD098D9B}">
      <dgm:prSet/>
      <dgm:spPr/>
      <dgm:t>
        <a:bodyPr/>
        <a:lstStyle/>
        <a:p>
          <a:endParaRPr lang="en-US"/>
        </a:p>
      </dgm:t>
    </dgm:pt>
    <dgm:pt modelId="{87A60A5B-482C-4AD5-A6E5-D153689F4441}">
      <dgm:prSet phldr="0"/>
      <dgm:spPr/>
      <dgm:t>
        <a:bodyPr/>
        <a:lstStyle/>
        <a:p>
          <a:pPr rtl="0"/>
          <a:r>
            <a:rPr lang="en-US" dirty="0">
              <a:latin typeface="Times New Roman" panose="02020603050405020304" pitchFamily="18" charset="0"/>
              <a:cs typeface="Times New Roman" panose="02020603050405020304" pitchFamily="18" charset="0"/>
            </a:rPr>
            <a:t>Data Collection and Preprocessing</a:t>
          </a:r>
        </a:p>
      </dgm:t>
    </dgm:pt>
    <dgm:pt modelId="{4CF983F8-A278-40BD-BC0D-C70610B1D870}" type="sibTrans" cxnId="{48EA755B-F6D2-4E93-9AD7-44D32C32175B}">
      <dgm:prSet/>
      <dgm:spPr/>
      <dgm:t>
        <a:bodyPr/>
        <a:lstStyle/>
        <a:p>
          <a:endParaRPr lang="en-US"/>
        </a:p>
      </dgm:t>
    </dgm:pt>
    <dgm:pt modelId="{FF7B3691-CFFD-4F2B-89CB-CDC6A42A9117}" type="parTrans" cxnId="{48EA755B-F6D2-4E93-9AD7-44D32C32175B}">
      <dgm:prSet/>
      <dgm:spPr/>
      <dgm:t>
        <a:bodyPr/>
        <a:lstStyle/>
        <a:p>
          <a:endParaRPr lang="en-US"/>
        </a:p>
      </dgm:t>
    </dgm:pt>
    <dgm:pt modelId="{8CBE272C-DFEC-3E45-AFDE-7830A02CF440}" type="pres">
      <dgm:prSet presAssocID="{054F5539-A4B2-4FEE-A14D-FA1C40DA1A04}" presName="Name0" presStyleCnt="0">
        <dgm:presLayoutVars>
          <dgm:dir/>
          <dgm:animLvl val="lvl"/>
          <dgm:resizeHandles val="exact"/>
        </dgm:presLayoutVars>
      </dgm:prSet>
      <dgm:spPr/>
    </dgm:pt>
    <dgm:pt modelId="{C8D06AD8-D842-F045-8085-F43473BC625B}" type="pres">
      <dgm:prSet presAssocID="{8D77AF8C-F19A-4226-AE34-79F79F00CAA1}" presName="boxAndChildren" presStyleCnt="0"/>
      <dgm:spPr/>
    </dgm:pt>
    <dgm:pt modelId="{A4A5C01C-9CEA-7542-A9DA-F0BCE5A9D71E}" type="pres">
      <dgm:prSet presAssocID="{8D77AF8C-F19A-4226-AE34-79F79F00CAA1}" presName="parentTextBox" presStyleLbl="alignNode1" presStyleIdx="0" presStyleCnt="6"/>
      <dgm:spPr/>
    </dgm:pt>
    <dgm:pt modelId="{A4DCEA11-1C52-B84D-831C-C6E82835E69F}" type="pres">
      <dgm:prSet presAssocID="{8D77AF8C-F19A-4226-AE34-79F79F00CAA1}" presName="descendantBox" presStyleLbl="bgAccFollowNode1" presStyleIdx="0" presStyleCnt="6"/>
      <dgm:spPr/>
    </dgm:pt>
    <dgm:pt modelId="{95DA5E82-5E48-AB4A-90E0-9E1B14315635}" type="pres">
      <dgm:prSet presAssocID="{CB477C9B-DC8B-4FC3-9139-A0E2C70D9711}" presName="sp" presStyleCnt="0"/>
      <dgm:spPr/>
    </dgm:pt>
    <dgm:pt modelId="{86968BF5-40DD-A34D-8CF7-A6192843846F}" type="pres">
      <dgm:prSet presAssocID="{1DFC9E3C-0C21-428E-8DDB-4DBBE100A96B}" presName="arrowAndChildren" presStyleCnt="0"/>
      <dgm:spPr/>
    </dgm:pt>
    <dgm:pt modelId="{BFBDC332-3138-214B-A1F1-13EAD053CC66}" type="pres">
      <dgm:prSet presAssocID="{1DFC9E3C-0C21-428E-8DDB-4DBBE100A96B}" presName="parentTextArrow" presStyleLbl="node1" presStyleIdx="0" presStyleCnt="0"/>
      <dgm:spPr/>
    </dgm:pt>
    <dgm:pt modelId="{59612E42-2966-7D4B-8F21-AF4D32219590}" type="pres">
      <dgm:prSet presAssocID="{1DFC9E3C-0C21-428E-8DDB-4DBBE100A96B}" presName="arrow" presStyleLbl="alignNode1" presStyleIdx="1" presStyleCnt="6"/>
      <dgm:spPr/>
    </dgm:pt>
    <dgm:pt modelId="{C2A69F78-D06B-8642-9EF8-2DFE7BC3FE00}" type="pres">
      <dgm:prSet presAssocID="{1DFC9E3C-0C21-428E-8DDB-4DBBE100A96B}" presName="descendantArrow" presStyleLbl="bgAccFollowNode1" presStyleIdx="1" presStyleCnt="6"/>
      <dgm:spPr/>
    </dgm:pt>
    <dgm:pt modelId="{1452FA4D-1DEA-5342-8F11-F68942AE28AB}" type="pres">
      <dgm:prSet presAssocID="{148346F7-A47A-48D9-9326-7C1CBF78CEE7}" presName="sp" presStyleCnt="0"/>
      <dgm:spPr/>
    </dgm:pt>
    <dgm:pt modelId="{0ACC7AC5-BA94-A648-A5C7-13337D94E2F6}" type="pres">
      <dgm:prSet presAssocID="{D032B980-8EA0-45C4-94CD-11681523ED9B}" presName="arrowAndChildren" presStyleCnt="0"/>
      <dgm:spPr/>
    </dgm:pt>
    <dgm:pt modelId="{ED15DB2C-D5D3-F044-9CF3-AF03D8CA1D4B}" type="pres">
      <dgm:prSet presAssocID="{D032B980-8EA0-45C4-94CD-11681523ED9B}" presName="parentTextArrow" presStyleLbl="node1" presStyleIdx="0" presStyleCnt="0"/>
      <dgm:spPr/>
    </dgm:pt>
    <dgm:pt modelId="{8C01F75D-600F-D849-A747-509E8DF8D7E6}" type="pres">
      <dgm:prSet presAssocID="{D032B980-8EA0-45C4-94CD-11681523ED9B}" presName="arrow" presStyleLbl="alignNode1" presStyleIdx="2" presStyleCnt="6"/>
      <dgm:spPr/>
    </dgm:pt>
    <dgm:pt modelId="{CE355F69-3EFD-FC43-B36A-0B710B93612D}" type="pres">
      <dgm:prSet presAssocID="{D032B980-8EA0-45C4-94CD-11681523ED9B}" presName="descendantArrow" presStyleLbl="bgAccFollowNode1" presStyleIdx="2" presStyleCnt="6" custLinFactNeighborY="-997"/>
      <dgm:spPr/>
    </dgm:pt>
    <dgm:pt modelId="{18F2BC71-4D0B-0C4E-8099-0F0767B00F21}" type="pres">
      <dgm:prSet presAssocID="{ABFACD7A-CFAF-4862-BB02-AC2A480CB979}" presName="sp" presStyleCnt="0"/>
      <dgm:spPr/>
    </dgm:pt>
    <dgm:pt modelId="{6CB34CEA-60BF-1A4C-B4E7-3AA96A152836}" type="pres">
      <dgm:prSet presAssocID="{CF4DC95C-4970-42B3-A322-496294BAE48D}" presName="arrowAndChildren" presStyleCnt="0"/>
      <dgm:spPr/>
    </dgm:pt>
    <dgm:pt modelId="{10977552-9294-7341-AEB9-BE68B0473891}" type="pres">
      <dgm:prSet presAssocID="{CF4DC95C-4970-42B3-A322-496294BAE48D}" presName="parentTextArrow" presStyleLbl="node1" presStyleIdx="0" presStyleCnt="0"/>
      <dgm:spPr/>
    </dgm:pt>
    <dgm:pt modelId="{176FB10E-67F2-244A-9C51-F1A5D4E7014B}" type="pres">
      <dgm:prSet presAssocID="{CF4DC95C-4970-42B3-A322-496294BAE48D}" presName="arrow" presStyleLbl="alignNode1" presStyleIdx="3" presStyleCnt="6"/>
      <dgm:spPr/>
    </dgm:pt>
    <dgm:pt modelId="{B5ADD037-1B52-0741-85DE-261FBD030161}" type="pres">
      <dgm:prSet presAssocID="{CF4DC95C-4970-42B3-A322-496294BAE48D}" presName="descendantArrow" presStyleLbl="bgAccFollowNode1" presStyleIdx="3" presStyleCnt="6"/>
      <dgm:spPr/>
    </dgm:pt>
    <dgm:pt modelId="{E0985A41-6445-5346-A233-1C098977BC8B}" type="pres">
      <dgm:prSet presAssocID="{1D5951E0-348B-41B9-B98B-393B87F2D50A}" presName="sp" presStyleCnt="0"/>
      <dgm:spPr/>
    </dgm:pt>
    <dgm:pt modelId="{0696557E-84D9-4845-BB42-819641E758FC}" type="pres">
      <dgm:prSet presAssocID="{D610ED89-638F-4716-BD0A-DF71726D5551}" presName="arrowAndChildren" presStyleCnt="0"/>
      <dgm:spPr/>
    </dgm:pt>
    <dgm:pt modelId="{67523CA7-E1FC-C74E-830E-94853D532541}" type="pres">
      <dgm:prSet presAssocID="{D610ED89-638F-4716-BD0A-DF71726D5551}" presName="parentTextArrow" presStyleLbl="node1" presStyleIdx="0" presStyleCnt="0"/>
      <dgm:spPr/>
    </dgm:pt>
    <dgm:pt modelId="{65CC2DDA-74B7-1C40-9934-246CA94A0A05}" type="pres">
      <dgm:prSet presAssocID="{D610ED89-638F-4716-BD0A-DF71726D5551}" presName="arrow" presStyleLbl="alignNode1" presStyleIdx="4" presStyleCnt="6"/>
      <dgm:spPr/>
    </dgm:pt>
    <dgm:pt modelId="{64E655E2-8A0E-AC40-BEC2-54C12707DA08}" type="pres">
      <dgm:prSet presAssocID="{D610ED89-638F-4716-BD0A-DF71726D5551}" presName="descendantArrow" presStyleLbl="bgAccFollowNode1" presStyleIdx="4" presStyleCnt="6"/>
      <dgm:spPr/>
    </dgm:pt>
    <dgm:pt modelId="{C97009CD-0E4D-F94E-AE4A-6A7E84864B1E}" type="pres">
      <dgm:prSet presAssocID="{57C530ED-327E-4F53-9E8B-4490FF5CD35C}" presName="sp" presStyleCnt="0"/>
      <dgm:spPr/>
    </dgm:pt>
    <dgm:pt modelId="{72B03B82-A775-DD47-94DD-2948BCDE37F9}" type="pres">
      <dgm:prSet presAssocID="{9B453CB0-161B-4585-9690-EF5C96AC0561}" presName="arrowAndChildren" presStyleCnt="0"/>
      <dgm:spPr/>
    </dgm:pt>
    <dgm:pt modelId="{6792E3CC-CC2C-2F42-9E59-6B2599D9ED15}" type="pres">
      <dgm:prSet presAssocID="{9B453CB0-161B-4585-9690-EF5C96AC0561}" presName="parentTextArrow" presStyleLbl="node1" presStyleIdx="0" presStyleCnt="0"/>
      <dgm:spPr/>
    </dgm:pt>
    <dgm:pt modelId="{772BFCBB-F9A7-754D-A415-B99AFA81DF30}" type="pres">
      <dgm:prSet presAssocID="{9B453CB0-161B-4585-9690-EF5C96AC0561}" presName="arrow" presStyleLbl="alignNode1" presStyleIdx="5" presStyleCnt="6"/>
      <dgm:spPr/>
    </dgm:pt>
    <dgm:pt modelId="{D5C2C13A-A3EF-644D-B983-85DA242B99E6}" type="pres">
      <dgm:prSet presAssocID="{9B453CB0-161B-4585-9690-EF5C96AC0561}" presName="descendantArrow" presStyleLbl="bgAccFollowNode1" presStyleIdx="5" presStyleCnt="6"/>
      <dgm:spPr/>
    </dgm:pt>
  </dgm:ptLst>
  <dgm:cxnLst>
    <dgm:cxn modelId="{44421614-120A-4780-952D-54497DBB42ED}" srcId="{D610ED89-638F-4716-BD0A-DF71726D5551}" destId="{0D1E1E27-82CA-41D5-9B41-4CE86FAC852E}" srcOrd="0" destOrd="0" parTransId="{8D890A82-9841-4427-BAD8-BB35D5CF0EA5}" sibTransId="{08AB264C-69F7-4285-9E14-E43C11385752}"/>
    <dgm:cxn modelId="{7FFCEC18-DC7C-6349-A61D-F8FFA8BFEAF5}" type="presOf" srcId="{0D1E1E27-82CA-41D5-9B41-4CE86FAC852E}" destId="{64E655E2-8A0E-AC40-BEC2-54C12707DA08}" srcOrd="0" destOrd="0" presId="urn:microsoft.com/office/officeart/2016/7/layout/VerticalDownArrowProcess#1"/>
    <dgm:cxn modelId="{6CD47019-DEBA-CA4C-96D0-391B54E7E6B4}" type="presOf" srcId="{D610ED89-638F-4716-BD0A-DF71726D5551}" destId="{65CC2DDA-74B7-1C40-9934-246CA94A0A05}" srcOrd="1" destOrd="0" presId="urn:microsoft.com/office/officeart/2016/7/layout/VerticalDownArrowProcess#1"/>
    <dgm:cxn modelId="{5F9DC12A-E59A-D84C-9FC3-65397C6983C0}" type="presOf" srcId="{D032B980-8EA0-45C4-94CD-11681523ED9B}" destId="{8C01F75D-600F-D849-A747-509E8DF8D7E6}" srcOrd="1" destOrd="0" presId="urn:microsoft.com/office/officeart/2016/7/layout/VerticalDownArrowProcess#1"/>
    <dgm:cxn modelId="{74A7543A-BFD4-7348-8EB3-4B21B550ABD5}" type="presOf" srcId="{D610ED89-638F-4716-BD0A-DF71726D5551}" destId="{67523CA7-E1FC-C74E-830E-94853D532541}" srcOrd="0" destOrd="0" presId="urn:microsoft.com/office/officeart/2016/7/layout/VerticalDownArrowProcess#1"/>
    <dgm:cxn modelId="{4D9D803C-85CC-1C4D-BF3F-51C92B250430}" type="presOf" srcId="{FF331CDF-855B-4173-9A70-BF7C7C7A45AA}" destId="{B5ADD037-1B52-0741-85DE-261FBD030161}" srcOrd="0" destOrd="0" presId="urn:microsoft.com/office/officeart/2016/7/layout/VerticalDownArrowProcess#1"/>
    <dgm:cxn modelId="{9C336E40-2074-461A-BAFB-D5EDDD098D9B}" srcId="{8D77AF8C-F19A-4226-AE34-79F79F00CAA1}" destId="{A7A6DF71-F1C4-4BB3-98DA-F3752204B3FF}" srcOrd="0" destOrd="0" parTransId="{2B90D3B0-87D6-42C3-89AD-5E0510E15EE7}" sibTransId="{7AAAEBEA-E194-4043-9B72-5AB2895C9CD3}"/>
    <dgm:cxn modelId="{48EA755B-F6D2-4E93-9AD7-44D32C32175B}" srcId="{9B453CB0-161B-4585-9690-EF5C96AC0561}" destId="{87A60A5B-482C-4AD5-A6E5-D153689F4441}" srcOrd="0" destOrd="0" parTransId="{FF7B3691-CFFD-4F2B-89CB-CDC6A42A9117}" sibTransId="{4CF983F8-A278-40BD-BC0D-C70610B1D870}"/>
    <dgm:cxn modelId="{DB133841-4C22-43B9-9C8F-B0B0F1022A51}" srcId="{CF4DC95C-4970-42B3-A322-496294BAE48D}" destId="{FF331CDF-855B-4173-9A70-BF7C7C7A45AA}" srcOrd="0" destOrd="0" parTransId="{0D12DB5C-BA05-47E4-B00C-F945B57C60F8}" sibTransId="{B9F51368-D885-4CD4-9A93-689146EFA290}"/>
    <dgm:cxn modelId="{86F26842-E882-064F-B589-93B5270081CA}" type="presOf" srcId="{1DFC9E3C-0C21-428E-8DDB-4DBBE100A96B}" destId="{BFBDC332-3138-214B-A1F1-13EAD053CC66}" srcOrd="0" destOrd="0" presId="urn:microsoft.com/office/officeart/2016/7/layout/VerticalDownArrowProcess#1"/>
    <dgm:cxn modelId="{13428E48-266C-7D45-B16B-93523EA24303}" type="presOf" srcId="{87A60A5B-482C-4AD5-A6E5-D153689F4441}" destId="{D5C2C13A-A3EF-644D-B983-85DA242B99E6}" srcOrd="0" destOrd="0" presId="urn:microsoft.com/office/officeart/2016/7/layout/VerticalDownArrowProcess#1"/>
    <dgm:cxn modelId="{F2AC0569-737A-014E-B5BA-33DBCDAD2A76}" type="presOf" srcId="{9B453CB0-161B-4585-9690-EF5C96AC0561}" destId="{6792E3CC-CC2C-2F42-9E59-6B2599D9ED15}" srcOrd="0" destOrd="0" presId="urn:microsoft.com/office/officeart/2016/7/layout/VerticalDownArrowProcess#1"/>
    <dgm:cxn modelId="{DB60F469-EF34-4F2D-8DEF-C25D2B99700B}" srcId="{1DFC9E3C-0C21-428E-8DDB-4DBBE100A96B}" destId="{8528CF68-4B35-4D8F-9A63-AA61D6100817}" srcOrd="0" destOrd="0" parTransId="{B78FD11E-EE0C-4F52-8D05-B5BECE946536}" sibTransId="{2B400DD6-1458-4846-9D85-C14DDE87E229}"/>
    <dgm:cxn modelId="{BD911551-34B3-2046-AAFC-B3AF9D609CFC}" type="presOf" srcId="{8D77AF8C-F19A-4226-AE34-79F79F00CAA1}" destId="{A4A5C01C-9CEA-7542-A9DA-F0BCE5A9D71E}" srcOrd="0" destOrd="0" presId="urn:microsoft.com/office/officeart/2016/7/layout/VerticalDownArrowProcess#1"/>
    <dgm:cxn modelId="{6DA8AE73-FEB7-45F1-BEA4-9095738EF64A}" srcId="{D032B980-8EA0-45C4-94CD-11681523ED9B}" destId="{A4127645-66A7-4D14-A962-F106C8024E5E}" srcOrd="0" destOrd="0" parTransId="{1425AA94-0E14-4E88-859D-335681E52552}" sibTransId="{01DDBEC6-EBD4-467B-8EDC-BB1B59B8ECD1}"/>
    <dgm:cxn modelId="{E9A00054-562F-A343-8D3E-923C7C072006}" type="presOf" srcId="{8528CF68-4B35-4D8F-9A63-AA61D6100817}" destId="{C2A69F78-D06B-8642-9EF8-2DFE7BC3FE00}" srcOrd="0" destOrd="0" presId="urn:microsoft.com/office/officeart/2016/7/layout/VerticalDownArrowProcess#1"/>
    <dgm:cxn modelId="{2B62F086-753D-714F-9224-3BBC13D86377}" type="presOf" srcId="{A4127645-66A7-4D14-A962-F106C8024E5E}" destId="{CE355F69-3EFD-FC43-B36A-0B710B93612D}" srcOrd="0" destOrd="0" presId="urn:microsoft.com/office/officeart/2016/7/layout/VerticalDownArrowProcess#1"/>
    <dgm:cxn modelId="{B953D293-8406-AC4E-B9F7-6D866C5BC113}" type="presOf" srcId="{A7A6DF71-F1C4-4BB3-98DA-F3752204B3FF}" destId="{A4DCEA11-1C52-B84D-831C-C6E82835E69F}" srcOrd="0" destOrd="0" presId="urn:microsoft.com/office/officeart/2016/7/layout/VerticalDownArrowProcess#1"/>
    <dgm:cxn modelId="{39B27E9D-4C8B-4AF5-A464-6508351846F1}" srcId="{054F5539-A4B2-4FEE-A14D-FA1C40DA1A04}" destId="{D610ED89-638F-4716-BD0A-DF71726D5551}" srcOrd="1" destOrd="0" parTransId="{7FB1D790-10EA-4363-A918-FF0FD601558C}" sibTransId="{1D5951E0-348B-41B9-B98B-393B87F2D50A}"/>
    <dgm:cxn modelId="{C1DEE7A4-80F1-6049-A5E5-743A22D3F4A6}" type="presOf" srcId="{CF4DC95C-4970-42B3-A322-496294BAE48D}" destId="{176FB10E-67F2-244A-9C51-F1A5D4E7014B}" srcOrd="1" destOrd="0" presId="urn:microsoft.com/office/officeart/2016/7/layout/VerticalDownArrowProcess#1"/>
    <dgm:cxn modelId="{F94392AE-4D3C-4412-B053-476917C9251E}" srcId="{054F5539-A4B2-4FEE-A14D-FA1C40DA1A04}" destId="{9B453CB0-161B-4585-9690-EF5C96AC0561}" srcOrd="0" destOrd="0" parTransId="{FA693E23-FB71-4DFC-B4CC-0E8A44700A6B}" sibTransId="{57C530ED-327E-4F53-9E8B-4490FF5CD35C}"/>
    <dgm:cxn modelId="{E844F8B4-2E87-409D-8D59-EF8A996CD68E}" srcId="{054F5539-A4B2-4FEE-A14D-FA1C40DA1A04}" destId="{D032B980-8EA0-45C4-94CD-11681523ED9B}" srcOrd="3" destOrd="0" parTransId="{01EC26F4-0092-474A-A7DB-3061A1C71497}" sibTransId="{148346F7-A47A-48D9-9326-7C1CBF78CEE7}"/>
    <dgm:cxn modelId="{B5E8ABBC-DE29-9840-9EF5-3ABD77FA2237}" type="presOf" srcId="{1DFC9E3C-0C21-428E-8DDB-4DBBE100A96B}" destId="{59612E42-2966-7D4B-8F21-AF4D32219590}" srcOrd="1" destOrd="0" presId="urn:microsoft.com/office/officeart/2016/7/layout/VerticalDownArrowProcess#1"/>
    <dgm:cxn modelId="{15E69BBE-9288-C546-9B8C-984CB5E61162}" type="presOf" srcId="{D032B980-8EA0-45C4-94CD-11681523ED9B}" destId="{ED15DB2C-D5D3-F044-9CF3-AF03D8CA1D4B}" srcOrd="0" destOrd="0" presId="urn:microsoft.com/office/officeart/2016/7/layout/VerticalDownArrowProcess#1"/>
    <dgm:cxn modelId="{1AF4D3C2-61B6-4483-9114-9064A690FA07}" srcId="{054F5539-A4B2-4FEE-A14D-FA1C40DA1A04}" destId="{8D77AF8C-F19A-4226-AE34-79F79F00CAA1}" srcOrd="5" destOrd="0" parTransId="{F91A3FB7-F705-44CB-8B02-783CBE2F6024}" sibTransId="{7F6FFC55-3ABF-477B-8D0A-31BF8F0D97F8}"/>
    <dgm:cxn modelId="{99B4C5DE-19AF-6440-92FE-CCBB9E4A0F1F}" type="presOf" srcId="{CF4DC95C-4970-42B3-A322-496294BAE48D}" destId="{10977552-9294-7341-AEB9-BE68B0473891}" srcOrd="0" destOrd="0" presId="urn:microsoft.com/office/officeart/2016/7/layout/VerticalDownArrowProcess#1"/>
    <dgm:cxn modelId="{0C9439E6-59F5-450D-9939-6DD9FA275CA5}" srcId="{054F5539-A4B2-4FEE-A14D-FA1C40DA1A04}" destId="{1DFC9E3C-0C21-428E-8DDB-4DBBE100A96B}" srcOrd="4" destOrd="0" parTransId="{E528EC6B-C75B-47B1-B637-B54FB2837A10}" sibTransId="{CB477C9B-DC8B-4FC3-9139-A0E2C70D9711}"/>
    <dgm:cxn modelId="{61A13AEC-E7F6-4371-9B3C-D229F1D6B5C5}" srcId="{054F5539-A4B2-4FEE-A14D-FA1C40DA1A04}" destId="{CF4DC95C-4970-42B3-A322-496294BAE48D}" srcOrd="2" destOrd="0" parTransId="{16B00682-E294-46FB-B3F9-BC111E4135BC}" sibTransId="{ABFACD7A-CFAF-4862-BB02-AC2A480CB979}"/>
    <dgm:cxn modelId="{167C3AF1-3DE2-354D-B7C4-C582ABF63376}" type="presOf" srcId="{054F5539-A4B2-4FEE-A14D-FA1C40DA1A04}" destId="{8CBE272C-DFEC-3E45-AFDE-7830A02CF440}" srcOrd="0" destOrd="0" presId="urn:microsoft.com/office/officeart/2016/7/layout/VerticalDownArrowProcess#1"/>
    <dgm:cxn modelId="{088353FB-61F2-ED48-A113-226A59201F22}" type="presOf" srcId="{9B453CB0-161B-4585-9690-EF5C96AC0561}" destId="{772BFCBB-F9A7-754D-A415-B99AFA81DF30}" srcOrd="1" destOrd="0" presId="urn:microsoft.com/office/officeart/2016/7/layout/VerticalDownArrowProcess#1"/>
    <dgm:cxn modelId="{423117E8-9C13-BE46-8555-C320AB2E7B75}" type="presParOf" srcId="{8CBE272C-DFEC-3E45-AFDE-7830A02CF440}" destId="{C8D06AD8-D842-F045-8085-F43473BC625B}" srcOrd="0" destOrd="0" presId="urn:microsoft.com/office/officeart/2016/7/layout/VerticalDownArrowProcess#1"/>
    <dgm:cxn modelId="{AE909291-26E6-B049-BB0A-315D88078BAC}" type="presParOf" srcId="{C8D06AD8-D842-F045-8085-F43473BC625B}" destId="{A4A5C01C-9CEA-7542-A9DA-F0BCE5A9D71E}" srcOrd="0" destOrd="0" presId="urn:microsoft.com/office/officeart/2016/7/layout/VerticalDownArrowProcess#1"/>
    <dgm:cxn modelId="{37BC5EF8-4C31-AA4F-8B00-9A9777789878}" type="presParOf" srcId="{C8D06AD8-D842-F045-8085-F43473BC625B}" destId="{A4DCEA11-1C52-B84D-831C-C6E82835E69F}" srcOrd="1" destOrd="0" presId="urn:microsoft.com/office/officeart/2016/7/layout/VerticalDownArrowProcess#1"/>
    <dgm:cxn modelId="{7F44F38E-E476-F74A-AAB8-199821CA73CF}" type="presParOf" srcId="{8CBE272C-DFEC-3E45-AFDE-7830A02CF440}" destId="{95DA5E82-5E48-AB4A-90E0-9E1B14315635}" srcOrd="1" destOrd="0" presId="urn:microsoft.com/office/officeart/2016/7/layout/VerticalDownArrowProcess#1"/>
    <dgm:cxn modelId="{0FFC1F43-FA36-604D-BF82-E30E0D0604DB}" type="presParOf" srcId="{8CBE272C-DFEC-3E45-AFDE-7830A02CF440}" destId="{86968BF5-40DD-A34D-8CF7-A6192843846F}" srcOrd="2" destOrd="0" presId="urn:microsoft.com/office/officeart/2016/7/layout/VerticalDownArrowProcess#1"/>
    <dgm:cxn modelId="{9075F20D-9A2A-D249-A3FC-996027D8C302}" type="presParOf" srcId="{86968BF5-40DD-A34D-8CF7-A6192843846F}" destId="{BFBDC332-3138-214B-A1F1-13EAD053CC66}" srcOrd="0" destOrd="0" presId="urn:microsoft.com/office/officeart/2016/7/layout/VerticalDownArrowProcess#1"/>
    <dgm:cxn modelId="{227DFEC9-9783-B242-A762-50BD4982745E}" type="presParOf" srcId="{86968BF5-40DD-A34D-8CF7-A6192843846F}" destId="{59612E42-2966-7D4B-8F21-AF4D32219590}" srcOrd="1" destOrd="0" presId="urn:microsoft.com/office/officeart/2016/7/layout/VerticalDownArrowProcess#1"/>
    <dgm:cxn modelId="{96FD9E4E-5831-B146-8381-7521D2CCE826}" type="presParOf" srcId="{86968BF5-40DD-A34D-8CF7-A6192843846F}" destId="{C2A69F78-D06B-8642-9EF8-2DFE7BC3FE00}" srcOrd="2" destOrd="0" presId="urn:microsoft.com/office/officeart/2016/7/layout/VerticalDownArrowProcess#1"/>
    <dgm:cxn modelId="{BBB5C562-D24C-A14D-80EF-62DAE19CDEBA}" type="presParOf" srcId="{8CBE272C-DFEC-3E45-AFDE-7830A02CF440}" destId="{1452FA4D-1DEA-5342-8F11-F68942AE28AB}" srcOrd="3" destOrd="0" presId="urn:microsoft.com/office/officeart/2016/7/layout/VerticalDownArrowProcess#1"/>
    <dgm:cxn modelId="{CA9BCB70-E196-4E40-AB76-726B2C1749CD}" type="presParOf" srcId="{8CBE272C-DFEC-3E45-AFDE-7830A02CF440}" destId="{0ACC7AC5-BA94-A648-A5C7-13337D94E2F6}" srcOrd="4" destOrd="0" presId="urn:microsoft.com/office/officeart/2016/7/layout/VerticalDownArrowProcess#1"/>
    <dgm:cxn modelId="{85DD962C-26A9-A149-9428-E9E0C9092DFA}" type="presParOf" srcId="{0ACC7AC5-BA94-A648-A5C7-13337D94E2F6}" destId="{ED15DB2C-D5D3-F044-9CF3-AF03D8CA1D4B}" srcOrd="0" destOrd="0" presId="urn:microsoft.com/office/officeart/2016/7/layout/VerticalDownArrowProcess#1"/>
    <dgm:cxn modelId="{E0E0A927-EEFF-6948-9576-E8B05FE1D87B}" type="presParOf" srcId="{0ACC7AC5-BA94-A648-A5C7-13337D94E2F6}" destId="{8C01F75D-600F-D849-A747-509E8DF8D7E6}" srcOrd="1" destOrd="0" presId="urn:microsoft.com/office/officeart/2016/7/layout/VerticalDownArrowProcess#1"/>
    <dgm:cxn modelId="{D822B4EF-00AE-CB4C-A528-3C5720674C38}" type="presParOf" srcId="{0ACC7AC5-BA94-A648-A5C7-13337D94E2F6}" destId="{CE355F69-3EFD-FC43-B36A-0B710B93612D}" srcOrd="2" destOrd="0" presId="urn:microsoft.com/office/officeart/2016/7/layout/VerticalDownArrowProcess#1"/>
    <dgm:cxn modelId="{9FE2BFF3-D225-3741-9610-012DC89CFF93}" type="presParOf" srcId="{8CBE272C-DFEC-3E45-AFDE-7830A02CF440}" destId="{18F2BC71-4D0B-0C4E-8099-0F0767B00F21}" srcOrd="5" destOrd="0" presId="urn:microsoft.com/office/officeart/2016/7/layout/VerticalDownArrowProcess#1"/>
    <dgm:cxn modelId="{4A90C656-9F85-9D44-A9C6-3EB3DBD05361}" type="presParOf" srcId="{8CBE272C-DFEC-3E45-AFDE-7830A02CF440}" destId="{6CB34CEA-60BF-1A4C-B4E7-3AA96A152836}" srcOrd="6" destOrd="0" presId="urn:microsoft.com/office/officeart/2016/7/layout/VerticalDownArrowProcess#1"/>
    <dgm:cxn modelId="{65DB8B3E-450B-F947-812B-C2B0FE33E4A9}" type="presParOf" srcId="{6CB34CEA-60BF-1A4C-B4E7-3AA96A152836}" destId="{10977552-9294-7341-AEB9-BE68B0473891}" srcOrd="0" destOrd="0" presId="urn:microsoft.com/office/officeart/2016/7/layout/VerticalDownArrowProcess#1"/>
    <dgm:cxn modelId="{D66A5F8F-9EAF-734E-BE83-ABFF1E6FC7D6}" type="presParOf" srcId="{6CB34CEA-60BF-1A4C-B4E7-3AA96A152836}" destId="{176FB10E-67F2-244A-9C51-F1A5D4E7014B}" srcOrd="1" destOrd="0" presId="urn:microsoft.com/office/officeart/2016/7/layout/VerticalDownArrowProcess#1"/>
    <dgm:cxn modelId="{ACA52874-0FE3-C34F-AD0D-2BA31D44D1A5}" type="presParOf" srcId="{6CB34CEA-60BF-1A4C-B4E7-3AA96A152836}" destId="{B5ADD037-1B52-0741-85DE-261FBD030161}" srcOrd="2" destOrd="0" presId="urn:microsoft.com/office/officeart/2016/7/layout/VerticalDownArrowProcess#1"/>
    <dgm:cxn modelId="{35F978BB-3FB3-644D-9BB0-5F402E102123}" type="presParOf" srcId="{8CBE272C-DFEC-3E45-AFDE-7830A02CF440}" destId="{E0985A41-6445-5346-A233-1C098977BC8B}" srcOrd="7" destOrd="0" presId="urn:microsoft.com/office/officeart/2016/7/layout/VerticalDownArrowProcess#1"/>
    <dgm:cxn modelId="{48A7CCA4-B711-004D-9D8A-F6B41ACA8355}" type="presParOf" srcId="{8CBE272C-DFEC-3E45-AFDE-7830A02CF440}" destId="{0696557E-84D9-4845-BB42-819641E758FC}" srcOrd="8" destOrd="0" presId="urn:microsoft.com/office/officeart/2016/7/layout/VerticalDownArrowProcess#1"/>
    <dgm:cxn modelId="{9C9D7891-ACDC-3944-B3BC-9FF2EC74F4BD}" type="presParOf" srcId="{0696557E-84D9-4845-BB42-819641E758FC}" destId="{67523CA7-E1FC-C74E-830E-94853D532541}" srcOrd="0" destOrd="0" presId="urn:microsoft.com/office/officeart/2016/7/layout/VerticalDownArrowProcess#1"/>
    <dgm:cxn modelId="{20EB2A0E-D236-D245-A481-E6ECBD395AE3}" type="presParOf" srcId="{0696557E-84D9-4845-BB42-819641E758FC}" destId="{65CC2DDA-74B7-1C40-9934-246CA94A0A05}" srcOrd="1" destOrd="0" presId="urn:microsoft.com/office/officeart/2016/7/layout/VerticalDownArrowProcess#1"/>
    <dgm:cxn modelId="{89EBFB08-0617-AC46-9E2E-B38DFD0E7431}" type="presParOf" srcId="{0696557E-84D9-4845-BB42-819641E758FC}" destId="{64E655E2-8A0E-AC40-BEC2-54C12707DA08}" srcOrd="2" destOrd="0" presId="urn:microsoft.com/office/officeart/2016/7/layout/VerticalDownArrowProcess#1"/>
    <dgm:cxn modelId="{43557528-8CC4-5943-BEBD-6DB5F7B1329B}" type="presParOf" srcId="{8CBE272C-DFEC-3E45-AFDE-7830A02CF440}" destId="{C97009CD-0E4D-F94E-AE4A-6A7E84864B1E}" srcOrd="9" destOrd="0" presId="urn:microsoft.com/office/officeart/2016/7/layout/VerticalDownArrowProcess#1"/>
    <dgm:cxn modelId="{211D1DEE-D741-644D-A88B-ED70CCEC4D94}" type="presParOf" srcId="{8CBE272C-DFEC-3E45-AFDE-7830A02CF440}" destId="{72B03B82-A775-DD47-94DD-2948BCDE37F9}" srcOrd="10" destOrd="0" presId="urn:microsoft.com/office/officeart/2016/7/layout/VerticalDownArrowProcess#1"/>
    <dgm:cxn modelId="{FFD34B4B-7907-FA40-84CA-072BD93A33E6}" type="presParOf" srcId="{72B03B82-A775-DD47-94DD-2948BCDE37F9}" destId="{6792E3CC-CC2C-2F42-9E59-6B2599D9ED15}" srcOrd="0" destOrd="0" presId="urn:microsoft.com/office/officeart/2016/7/layout/VerticalDownArrowProcess#1"/>
    <dgm:cxn modelId="{33179923-14BF-324E-A846-76330B0C833E}" type="presParOf" srcId="{72B03B82-A775-DD47-94DD-2948BCDE37F9}" destId="{772BFCBB-F9A7-754D-A415-B99AFA81DF30}" srcOrd="1" destOrd="0" presId="urn:microsoft.com/office/officeart/2016/7/layout/VerticalDownArrowProcess#1"/>
    <dgm:cxn modelId="{D04118CA-8C74-3042-85C1-1FFF0A18F950}" type="presParOf" srcId="{72B03B82-A775-DD47-94DD-2948BCDE37F9}" destId="{D5C2C13A-A3EF-644D-B983-85DA242B99E6}" srcOrd="2" destOrd="0" presId="urn:microsoft.com/office/officeart/2016/7/layout/VerticalDownArrow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BD3DA4-6D32-4CC4-9E73-EEC9B220FC66}">
      <dsp:nvSpPr>
        <dsp:cNvPr id="0" name=""/>
        <dsp:cNvSpPr/>
      </dsp:nvSpPr>
      <dsp:spPr>
        <a:xfrm>
          <a:off x="462111" y="2275"/>
          <a:ext cx="2175774" cy="130546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latin typeface="Times New Roman" panose="02020603050405020304" pitchFamily="18" charset="0"/>
              <a:cs typeface="Times New Roman" panose="02020603050405020304" pitchFamily="18" charset="0"/>
            </a:rPr>
            <a:t>Introduction</a:t>
          </a:r>
        </a:p>
      </dsp:txBody>
      <dsp:txXfrm>
        <a:off x="462111" y="2275"/>
        <a:ext cx="2175774" cy="1305464"/>
      </dsp:txXfrm>
    </dsp:sp>
    <dsp:sp modelId="{4EEA26CC-0918-47B6-85DF-56E9385CD5DF}">
      <dsp:nvSpPr>
        <dsp:cNvPr id="0" name=""/>
        <dsp:cNvSpPr/>
      </dsp:nvSpPr>
      <dsp:spPr>
        <a:xfrm>
          <a:off x="2855462" y="2275"/>
          <a:ext cx="2175774" cy="130546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latin typeface="Times New Roman" panose="02020603050405020304" pitchFamily="18" charset="0"/>
              <a:cs typeface="Times New Roman" panose="02020603050405020304" pitchFamily="18" charset="0"/>
            </a:rPr>
            <a:t>Applications</a:t>
          </a:r>
        </a:p>
      </dsp:txBody>
      <dsp:txXfrm>
        <a:off x="2855462" y="2275"/>
        <a:ext cx="2175774" cy="1305464"/>
      </dsp:txXfrm>
    </dsp:sp>
    <dsp:sp modelId="{1BBD31D8-4CAD-4E7E-892A-5C061FE00428}">
      <dsp:nvSpPr>
        <dsp:cNvPr id="0" name=""/>
        <dsp:cNvSpPr/>
      </dsp:nvSpPr>
      <dsp:spPr>
        <a:xfrm>
          <a:off x="5248814" y="2275"/>
          <a:ext cx="2175774" cy="130546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latin typeface="Times New Roman" panose="02020603050405020304" pitchFamily="18" charset="0"/>
              <a:cs typeface="Times New Roman" panose="02020603050405020304" pitchFamily="18" charset="0"/>
            </a:rPr>
            <a:t>Literature Review</a:t>
          </a:r>
        </a:p>
      </dsp:txBody>
      <dsp:txXfrm>
        <a:off x="5248814" y="2275"/>
        <a:ext cx="2175774" cy="1305464"/>
      </dsp:txXfrm>
    </dsp:sp>
    <dsp:sp modelId="{FF7176F9-BD2F-4799-8302-67446E701833}">
      <dsp:nvSpPr>
        <dsp:cNvPr id="0" name=""/>
        <dsp:cNvSpPr/>
      </dsp:nvSpPr>
      <dsp:spPr>
        <a:xfrm>
          <a:off x="462111" y="1525317"/>
          <a:ext cx="2175774" cy="130546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latin typeface="Times New Roman" panose="02020603050405020304" pitchFamily="18" charset="0"/>
              <a:cs typeface="Times New Roman" panose="02020603050405020304" pitchFamily="18" charset="0"/>
            </a:rPr>
            <a:t>Literature Review – Results</a:t>
          </a:r>
        </a:p>
      </dsp:txBody>
      <dsp:txXfrm>
        <a:off x="462111" y="1525317"/>
        <a:ext cx="2175774" cy="1305464"/>
      </dsp:txXfrm>
    </dsp:sp>
    <dsp:sp modelId="{F8518900-969B-4F26-85EA-436B2D22F269}">
      <dsp:nvSpPr>
        <dsp:cNvPr id="0" name=""/>
        <dsp:cNvSpPr/>
      </dsp:nvSpPr>
      <dsp:spPr>
        <a:xfrm>
          <a:off x="2855462" y="1525317"/>
          <a:ext cx="2175774" cy="130546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latin typeface="Times New Roman" panose="02020603050405020304" pitchFamily="18" charset="0"/>
              <a:cs typeface="Times New Roman" panose="02020603050405020304" pitchFamily="18" charset="0"/>
            </a:rPr>
            <a:t>Algorithm Approach</a:t>
          </a:r>
        </a:p>
      </dsp:txBody>
      <dsp:txXfrm>
        <a:off x="2855462" y="1525317"/>
        <a:ext cx="2175774" cy="1305464"/>
      </dsp:txXfrm>
    </dsp:sp>
    <dsp:sp modelId="{4846CB06-80FF-4A2A-B106-643E59ABBEB3}">
      <dsp:nvSpPr>
        <dsp:cNvPr id="0" name=""/>
        <dsp:cNvSpPr/>
      </dsp:nvSpPr>
      <dsp:spPr>
        <a:xfrm>
          <a:off x="5248814" y="1525317"/>
          <a:ext cx="2175774" cy="130546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latin typeface="Times New Roman" panose="02020603050405020304" pitchFamily="18" charset="0"/>
              <a:cs typeface="Times New Roman" panose="02020603050405020304" pitchFamily="18" charset="0"/>
            </a:rPr>
            <a:t>Understanding the Functions</a:t>
          </a:r>
        </a:p>
      </dsp:txBody>
      <dsp:txXfrm>
        <a:off x="5248814" y="1525317"/>
        <a:ext cx="2175774" cy="1305464"/>
      </dsp:txXfrm>
    </dsp:sp>
    <dsp:sp modelId="{EBA80627-002F-4FD0-B29D-91EE98C8DE98}">
      <dsp:nvSpPr>
        <dsp:cNvPr id="0" name=""/>
        <dsp:cNvSpPr/>
      </dsp:nvSpPr>
      <dsp:spPr>
        <a:xfrm>
          <a:off x="462111" y="3048359"/>
          <a:ext cx="2175774" cy="130546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latin typeface="Times New Roman" panose="02020603050405020304" pitchFamily="18" charset="0"/>
              <a:cs typeface="Times New Roman" panose="02020603050405020304" pitchFamily="18" charset="0"/>
            </a:rPr>
            <a:t>Obtained Results</a:t>
          </a:r>
        </a:p>
      </dsp:txBody>
      <dsp:txXfrm>
        <a:off x="462111" y="3048359"/>
        <a:ext cx="2175774" cy="1305464"/>
      </dsp:txXfrm>
    </dsp:sp>
    <dsp:sp modelId="{BDEE81BA-0AB8-431E-92D3-8F59B66CAC28}">
      <dsp:nvSpPr>
        <dsp:cNvPr id="0" name=""/>
        <dsp:cNvSpPr/>
      </dsp:nvSpPr>
      <dsp:spPr>
        <a:xfrm>
          <a:off x="2855462" y="3048359"/>
          <a:ext cx="2175774" cy="130546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latin typeface="Times New Roman" panose="02020603050405020304" pitchFamily="18" charset="0"/>
              <a:cs typeface="Times New Roman" panose="02020603050405020304" pitchFamily="18" charset="0"/>
            </a:rPr>
            <a:t>Conclusion &amp; Future Work</a:t>
          </a:r>
        </a:p>
      </dsp:txBody>
      <dsp:txXfrm>
        <a:off x="2855462" y="3048359"/>
        <a:ext cx="2175774" cy="1305464"/>
      </dsp:txXfrm>
    </dsp:sp>
    <dsp:sp modelId="{79D923E4-EE5B-4734-A426-FD1BFB5FAB05}">
      <dsp:nvSpPr>
        <dsp:cNvPr id="0" name=""/>
        <dsp:cNvSpPr/>
      </dsp:nvSpPr>
      <dsp:spPr>
        <a:xfrm>
          <a:off x="5248814" y="3048359"/>
          <a:ext cx="2175774" cy="130546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latin typeface="Times New Roman" panose="02020603050405020304" pitchFamily="18" charset="0"/>
              <a:cs typeface="Times New Roman" panose="02020603050405020304" pitchFamily="18" charset="0"/>
            </a:rPr>
            <a:t>References</a:t>
          </a:r>
        </a:p>
      </dsp:txBody>
      <dsp:txXfrm>
        <a:off x="5248814" y="3048359"/>
        <a:ext cx="2175774" cy="13054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4375FC-3F55-4179-A5A5-238B1E04D5DB}">
      <dsp:nvSpPr>
        <dsp:cNvPr id="0" name=""/>
        <dsp:cNvSpPr/>
      </dsp:nvSpPr>
      <dsp:spPr>
        <a:xfrm>
          <a:off x="0" y="774644"/>
          <a:ext cx="7886700" cy="1430113"/>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5D6D38-4605-4B9E-9B6C-6BB309724B0C}">
      <dsp:nvSpPr>
        <dsp:cNvPr id="0" name=""/>
        <dsp:cNvSpPr/>
      </dsp:nvSpPr>
      <dsp:spPr>
        <a:xfrm>
          <a:off x="432609" y="1096420"/>
          <a:ext cx="786562" cy="7865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AB498B-AAB8-4440-B9C1-B701BC0E7D5A}">
      <dsp:nvSpPr>
        <dsp:cNvPr id="0" name=""/>
        <dsp:cNvSpPr/>
      </dsp:nvSpPr>
      <dsp:spPr>
        <a:xfrm>
          <a:off x="1651780" y="774644"/>
          <a:ext cx="6234919" cy="14301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354" tIns="151354" rIns="151354" bIns="151354" numCol="1" spcCol="1270" anchor="ctr" anchorCtr="0">
          <a:noAutofit/>
        </a:bodyPr>
        <a:lstStyle/>
        <a:p>
          <a:pPr marL="0" lvl="0" indent="0" algn="just"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Knee Osteoarthritis (KOA) is a degenerative joint disease that causes pain and reduced mobility, and its early diagnosis is critical for effective treatment. Traditionally, KOA is diagnosed using X-ray images, but manual grading can be subjective and time-consuming. </a:t>
          </a:r>
        </a:p>
      </dsp:txBody>
      <dsp:txXfrm>
        <a:off x="1651780" y="774644"/>
        <a:ext cx="6234919" cy="1430113"/>
      </dsp:txXfrm>
    </dsp:sp>
    <dsp:sp modelId="{04820922-D89B-41AB-B10C-9B92539F9C56}">
      <dsp:nvSpPr>
        <dsp:cNvPr id="0" name=""/>
        <dsp:cNvSpPr/>
      </dsp:nvSpPr>
      <dsp:spPr>
        <a:xfrm>
          <a:off x="0" y="2482700"/>
          <a:ext cx="7886700" cy="1430113"/>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8A4A56-1715-4A53-9094-0ABDBEF80342}">
      <dsp:nvSpPr>
        <dsp:cNvPr id="0" name=""/>
        <dsp:cNvSpPr/>
      </dsp:nvSpPr>
      <dsp:spPr>
        <a:xfrm>
          <a:off x="432609" y="2884061"/>
          <a:ext cx="786562" cy="7865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8D8274-F1D4-4674-BA6F-190009E23265}">
      <dsp:nvSpPr>
        <dsp:cNvPr id="0" name=""/>
        <dsp:cNvSpPr/>
      </dsp:nvSpPr>
      <dsp:spPr>
        <a:xfrm>
          <a:off x="1651780" y="2562286"/>
          <a:ext cx="6234919" cy="14301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354" tIns="151354" rIns="151354" bIns="151354" numCol="1" spcCol="1270" anchor="ctr" anchorCtr="0">
          <a:noAutofit/>
        </a:bodyPr>
        <a:lstStyle/>
        <a:p>
          <a:pPr marL="0" lvl="0" indent="0" algn="just"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This project leverages deep learning models, specifically YOLOv8 for region localization and ResNet-50 for feature extraction, to automatically classify KOA severity from knee X-rays. The goal is to provide an automated, reliable, and efficient solution for grading KOA, improving diagnostic accuracy and aiding in clinical decision-making.</a:t>
          </a:r>
        </a:p>
      </dsp:txBody>
      <dsp:txXfrm>
        <a:off x="1651780" y="2562286"/>
        <a:ext cx="6234919" cy="14301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580AF8-7A8B-4416-B4C8-F252E8FFDF62}">
      <dsp:nvSpPr>
        <dsp:cNvPr id="0" name=""/>
        <dsp:cNvSpPr/>
      </dsp:nvSpPr>
      <dsp:spPr>
        <a:xfrm>
          <a:off x="0" y="2018"/>
          <a:ext cx="7886700" cy="1023172"/>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A6FEAB-7BD5-49FA-9584-73ACDDB7A9C1}">
      <dsp:nvSpPr>
        <dsp:cNvPr id="0" name=""/>
        <dsp:cNvSpPr/>
      </dsp:nvSpPr>
      <dsp:spPr>
        <a:xfrm>
          <a:off x="309509" y="232232"/>
          <a:ext cx="562744" cy="5627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3DAEA54-E6B0-4BBD-9C52-9975507E31EE}">
      <dsp:nvSpPr>
        <dsp:cNvPr id="0" name=""/>
        <dsp:cNvSpPr/>
      </dsp:nvSpPr>
      <dsp:spPr>
        <a:xfrm>
          <a:off x="1181764" y="2018"/>
          <a:ext cx="6704935" cy="10231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286" tIns="108286" rIns="108286" bIns="108286" numCol="1" spcCol="1270" anchor="ctr" anchorCtr="0">
          <a:noAutofit/>
        </a:bodyPr>
        <a:lstStyle/>
        <a:p>
          <a:pPr marL="0" lvl="0" indent="0" algn="just"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Early Detection and Monitoring: Identifies early signs of KOA, enabling timely interventions and monitoring disease progression.</a:t>
          </a:r>
        </a:p>
      </dsp:txBody>
      <dsp:txXfrm>
        <a:off x="1181764" y="2018"/>
        <a:ext cx="6704935" cy="1023172"/>
      </dsp:txXfrm>
    </dsp:sp>
    <dsp:sp modelId="{6A78019D-D80E-42B0-95F7-9C2B56FB57E9}">
      <dsp:nvSpPr>
        <dsp:cNvPr id="0" name=""/>
        <dsp:cNvSpPr/>
      </dsp:nvSpPr>
      <dsp:spPr>
        <a:xfrm>
          <a:off x="0" y="1280984"/>
          <a:ext cx="7886700" cy="1023172"/>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B4C783-6C11-46D0-84F4-785E971E6797}">
      <dsp:nvSpPr>
        <dsp:cNvPr id="0" name=""/>
        <dsp:cNvSpPr/>
      </dsp:nvSpPr>
      <dsp:spPr>
        <a:xfrm>
          <a:off x="309509" y="1511198"/>
          <a:ext cx="562744" cy="5627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33974B8-0DDA-4A05-AEF3-5897C24D58BF}">
      <dsp:nvSpPr>
        <dsp:cNvPr id="0" name=""/>
        <dsp:cNvSpPr/>
      </dsp:nvSpPr>
      <dsp:spPr>
        <a:xfrm>
          <a:off x="1181764" y="1280984"/>
          <a:ext cx="6704935" cy="10231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286" tIns="108286" rIns="108286" bIns="108286" numCol="1" spcCol="1270" anchor="ctr" anchorCtr="0">
          <a:noAutofit/>
        </a:bodyPr>
        <a:lstStyle/>
        <a:p>
          <a:pPr marL="0" lvl="0" indent="0" algn="just"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Personalized Treatment Plans: Helps clinicians design customized treatment strategies based on KOA severity.</a:t>
          </a:r>
        </a:p>
      </dsp:txBody>
      <dsp:txXfrm>
        <a:off x="1181764" y="1280984"/>
        <a:ext cx="6704935" cy="1023172"/>
      </dsp:txXfrm>
    </dsp:sp>
    <dsp:sp modelId="{0FC30D5F-CB25-4118-81C1-D9C4368A608D}">
      <dsp:nvSpPr>
        <dsp:cNvPr id="0" name=""/>
        <dsp:cNvSpPr/>
      </dsp:nvSpPr>
      <dsp:spPr>
        <a:xfrm>
          <a:off x="0" y="2559950"/>
          <a:ext cx="7886700" cy="1023172"/>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EBCB6B-62BA-40E6-A8B8-15DBBEA12EF8}">
      <dsp:nvSpPr>
        <dsp:cNvPr id="0" name=""/>
        <dsp:cNvSpPr/>
      </dsp:nvSpPr>
      <dsp:spPr>
        <a:xfrm>
          <a:off x="309509" y="2790164"/>
          <a:ext cx="562744" cy="5627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F7ACFD-C4A9-4C19-B7B7-C1E7B98E791B}">
      <dsp:nvSpPr>
        <dsp:cNvPr id="0" name=""/>
        <dsp:cNvSpPr/>
      </dsp:nvSpPr>
      <dsp:spPr>
        <a:xfrm>
          <a:off x="1181764" y="2559950"/>
          <a:ext cx="6704935" cy="10231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286" tIns="108286" rIns="108286" bIns="108286" numCol="1" spcCol="1270" anchor="ctr" anchorCtr="0">
          <a:noAutofit/>
        </a:bodyPr>
        <a:lstStyle/>
        <a:p>
          <a:pPr marL="0" lvl="0" indent="0" algn="just"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Clinical Research: Facilitates patient stratification in clinical trials and research studies on KOA.</a:t>
          </a:r>
        </a:p>
      </dsp:txBody>
      <dsp:txXfrm>
        <a:off x="1181764" y="2559950"/>
        <a:ext cx="6704935" cy="1023172"/>
      </dsp:txXfrm>
    </dsp:sp>
    <dsp:sp modelId="{0971D45E-BF82-41DF-827C-47BF2967E4CD}">
      <dsp:nvSpPr>
        <dsp:cNvPr id="0" name=""/>
        <dsp:cNvSpPr/>
      </dsp:nvSpPr>
      <dsp:spPr>
        <a:xfrm>
          <a:off x="0" y="3838916"/>
          <a:ext cx="7886700" cy="1023172"/>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8416C1-6DC0-43E3-9552-9E4564AFFA8E}">
      <dsp:nvSpPr>
        <dsp:cNvPr id="0" name=""/>
        <dsp:cNvSpPr/>
      </dsp:nvSpPr>
      <dsp:spPr>
        <a:xfrm>
          <a:off x="309509" y="4069130"/>
          <a:ext cx="562744" cy="56274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4C2842-51AC-44BB-B8E1-ED28B64A8B09}">
      <dsp:nvSpPr>
        <dsp:cNvPr id="0" name=""/>
        <dsp:cNvSpPr/>
      </dsp:nvSpPr>
      <dsp:spPr>
        <a:xfrm>
          <a:off x="1181764" y="3838916"/>
          <a:ext cx="6704935" cy="10231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286" tIns="108286" rIns="108286" bIns="108286" numCol="1" spcCol="1270" anchor="ctr" anchorCtr="0">
          <a:noAutofit/>
        </a:bodyPr>
        <a:lstStyle/>
        <a:p>
          <a:pPr marL="0" lvl="0" indent="0" algn="just"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Healthcare Cost Reduction: Reduces radiologist workload and minimizes diagnostic errors, lowering healthcare costs.</a:t>
          </a:r>
        </a:p>
      </dsp:txBody>
      <dsp:txXfrm>
        <a:off x="1181764" y="3838916"/>
        <a:ext cx="6704935" cy="102317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9FBF2A-A637-4984-9ABE-81C0C8E1E1BE}">
      <dsp:nvSpPr>
        <dsp:cNvPr id="0" name=""/>
        <dsp:cNvSpPr/>
      </dsp:nvSpPr>
      <dsp:spPr>
        <a:xfrm>
          <a:off x="0" y="39154"/>
          <a:ext cx="7886700" cy="6563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latin typeface="Times New Roman" panose="02020603050405020304" pitchFamily="18" charset="0"/>
              <a:cs typeface="Times New Roman" panose="02020603050405020304" pitchFamily="18" charset="0"/>
            </a:rPr>
            <a:t>Grade 0 - Healthy (No Osteoarthritis): No signs of osteoarthritis; joint space is normal, and bones are healthy with no osteophytes.</a:t>
          </a:r>
        </a:p>
      </dsp:txBody>
      <dsp:txXfrm>
        <a:off x="32041" y="71195"/>
        <a:ext cx="7822618" cy="592288"/>
      </dsp:txXfrm>
    </dsp:sp>
    <dsp:sp modelId="{B40DEC7D-7212-4BAE-8DDB-5B4A271E3F5B}">
      <dsp:nvSpPr>
        <dsp:cNvPr id="0" name=""/>
        <dsp:cNvSpPr/>
      </dsp:nvSpPr>
      <dsp:spPr>
        <a:xfrm>
          <a:off x="0" y="744484"/>
          <a:ext cx="7886700" cy="6563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latin typeface="Times New Roman" panose="02020603050405020304" pitchFamily="18" charset="0"/>
              <a:cs typeface="Times New Roman" panose="02020603050405020304" pitchFamily="18" charset="0"/>
            </a:rPr>
            <a:t>Grade 1 - Doubtful (Minimal Changes): Minimal joint space narrowing and small osteophytes that are difficult to detect clinically.</a:t>
          </a:r>
        </a:p>
      </dsp:txBody>
      <dsp:txXfrm>
        <a:off x="32041" y="776525"/>
        <a:ext cx="7822618" cy="592288"/>
      </dsp:txXfrm>
    </dsp:sp>
    <dsp:sp modelId="{4BCD9A65-1BC3-4379-BCA9-90280A9FFC36}">
      <dsp:nvSpPr>
        <dsp:cNvPr id="0" name=""/>
        <dsp:cNvSpPr/>
      </dsp:nvSpPr>
      <dsp:spPr>
        <a:xfrm>
          <a:off x="0" y="1449814"/>
          <a:ext cx="7886700" cy="6563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latin typeface="Times New Roman" panose="02020603050405020304" pitchFamily="18" charset="0"/>
              <a:cs typeface="Times New Roman" panose="02020603050405020304" pitchFamily="18" charset="0"/>
            </a:rPr>
            <a:t>Grade 2 - Minimal (Early Osteoarthritis): Clear osteophyte formation and slight joint space narrowing, representing early-stage osteoarthritis.</a:t>
          </a:r>
        </a:p>
      </dsp:txBody>
      <dsp:txXfrm>
        <a:off x="32041" y="1481855"/>
        <a:ext cx="7822618" cy="592288"/>
      </dsp:txXfrm>
    </dsp:sp>
    <dsp:sp modelId="{2527D753-A8E4-4E33-B50C-F5B37F3A5A64}">
      <dsp:nvSpPr>
        <dsp:cNvPr id="0" name=""/>
        <dsp:cNvSpPr/>
      </dsp:nvSpPr>
      <dsp:spPr>
        <a:xfrm>
          <a:off x="0" y="2155145"/>
          <a:ext cx="7886700" cy="6563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latin typeface="Times New Roman" panose="02020603050405020304" pitchFamily="18" charset="0"/>
              <a:cs typeface="Times New Roman" panose="02020603050405020304" pitchFamily="18" charset="0"/>
            </a:rPr>
            <a:t>Grade 3 - Moderate (Advanced Osteoarthritis): Moderate joint space narrowing, larger osteophytes, and subchondral sclerosis indicating more severe degeneration.</a:t>
          </a:r>
        </a:p>
      </dsp:txBody>
      <dsp:txXfrm>
        <a:off x="32041" y="2187186"/>
        <a:ext cx="7822618" cy="592288"/>
      </dsp:txXfrm>
    </dsp:sp>
    <dsp:sp modelId="{5A1DE020-E33F-47BD-8A2C-BBAAD38412C4}">
      <dsp:nvSpPr>
        <dsp:cNvPr id="0" name=""/>
        <dsp:cNvSpPr/>
      </dsp:nvSpPr>
      <dsp:spPr>
        <a:xfrm>
          <a:off x="0" y="2860474"/>
          <a:ext cx="7886700" cy="6563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latin typeface="Times New Roman" panose="02020603050405020304" pitchFamily="18" charset="0"/>
              <a:cs typeface="Times New Roman" panose="02020603050405020304" pitchFamily="18" charset="0"/>
            </a:rPr>
            <a:t>Grade 4 - Severe (End-Stage Osteoarthritis): Severe joint space loss, large osteophytes, and bone deformities with possible bone-on-bone contact, representing end-stage OA.</a:t>
          </a:r>
        </a:p>
      </dsp:txBody>
      <dsp:txXfrm>
        <a:off x="32041" y="2892515"/>
        <a:ext cx="7822618" cy="59228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0B0FA5-DAFF-4BA1-9ACE-B5D4ADF1CD49}">
      <dsp:nvSpPr>
        <dsp:cNvPr id="0" name=""/>
        <dsp:cNvSpPr/>
      </dsp:nvSpPr>
      <dsp:spPr>
        <a:xfrm>
          <a:off x="0" y="554"/>
          <a:ext cx="7886700" cy="1298195"/>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54E459-B062-40C6-9AD9-BD19DD5FA786}">
      <dsp:nvSpPr>
        <dsp:cNvPr id="0" name=""/>
        <dsp:cNvSpPr/>
      </dsp:nvSpPr>
      <dsp:spPr>
        <a:xfrm>
          <a:off x="392704" y="292648"/>
          <a:ext cx="714007" cy="71400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B22658F-678E-44D7-B3D2-70360E6DC191}">
      <dsp:nvSpPr>
        <dsp:cNvPr id="0" name=""/>
        <dsp:cNvSpPr/>
      </dsp:nvSpPr>
      <dsp:spPr>
        <a:xfrm>
          <a:off x="1499415" y="554"/>
          <a:ext cx="6387284" cy="12981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392" tIns="137392" rIns="137392" bIns="137392" numCol="1" spcCol="1270" anchor="ctr" anchorCtr="0">
          <a:noAutofit/>
        </a:bodyPr>
        <a:lstStyle/>
        <a:p>
          <a:pPr marL="0" lvl="0" indent="0" algn="l" defTabSz="977900">
            <a:lnSpc>
              <a:spcPct val="90000"/>
            </a:lnSpc>
            <a:spcBef>
              <a:spcPct val="0"/>
            </a:spcBef>
            <a:spcAft>
              <a:spcPct val="35000"/>
            </a:spcAft>
            <a:buNone/>
          </a:pPr>
          <a:r>
            <a:rPr lang="en-IN" sz="2200" kern="1200" dirty="0">
              <a:latin typeface="Times New Roman" panose="02020603050405020304" pitchFamily="18" charset="0"/>
              <a:cs typeface="Times New Roman" panose="02020603050405020304" pitchFamily="18" charset="0"/>
            </a:rPr>
            <a:t>Improving YOLO Efficient for Knee Osteoarthritis Detection Using Minkowski Distance.</a:t>
          </a:r>
          <a:endParaRPr lang="en-US" sz="2200" kern="1200" dirty="0">
            <a:latin typeface="Times New Roman" panose="02020603050405020304" pitchFamily="18" charset="0"/>
            <a:cs typeface="Times New Roman" panose="02020603050405020304" pitchFamily="18" charset="0"/>
          </a:endParaRPr>
        </a:p>
      </dsp:txBody>
      <dsp:txXfrm>
        <a:off x="1499415" y="554"/>
        <a:ext cx="6387284" cy="1298195"/>
      </dsp:txXfrm>
    </dsp:sp>
    <dsp:sp modelId="{9466433B-78ED-4939-AD39-F336AB33D97D}">
      <dsp:nvSpPr>
        <dsp:cNvPr id="0" name=""/>
        <dsp:cNvSpPr/>
      </dsp:nvSpPr>
      <dsp:spPr>
        <a:xfrm>
          <a:off x="0" y="1623299"/>
          <a:ext cx="7886700" cy="1298195"/>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496680-3347-4EE1-B735-C4195D248F64}">
      <dsp:nvSpPr>
        <dsp:cNvPr id="0" name=""/>
        <dsp:cNvSpPr/>
      </dsp:nvSpPr>
      <dsp:spPr>
        <a:xfrm>
          <a:off x="392704" y="1915393"/>
          <a:ext cx="714007" cy="71400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C49F48-9D94-46C9-8A2D-EF45BE134ECF}">
      <dsp:nvSpPr>
        <dsp:cNvPr id="0" name=""/>
        <dsp:cNvSpPr/>
      </dsp:nvSpPr>
      <dsp:spPr>
        <a:xfrm>
          <a:off x="1499415" y="1623299"/>
          <a:ext cx="6387284" cy="12981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392" tIns="137392" rIns="137392" bIns="137392" numCol="1" spcCol="1270" anchor="ctr" anchorCtr="0">
          <a:noAutofit/>
        </a:bodyPr>
        <a:lstStyle/>
        <a:p>
          <a:pPr marL="0" lvl="0" indent="0" algn="l"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Kellgren-Lawrence Grading of Knee Osteoarthritis Using Deep Learning: Diagnostic Performance with External Dataset and Comparison with Four Readers.</a:t>
          </a:r>
        </a:p>
      </dsp:txBody>
      <dsp:txXfrm>
        <a:off x="1499415" y="1623299"/>
        <a:ext cx="6387284" cy="1298195"/>
      </dsp:txXfrm>
    </dsp:sp>
    <dsp:sp modelId="{070F7836-5A17-446E-B9D8-0B07139E0FF2}">
      <dsp:nvSpPr>
        <dsp:cNvPr id="0" name=""/>
        <dsp:cNvSpPr/>
      </dsp:nvSpPr>
      <dsp:spPr>
        <a:xfrm>
          <a:off x="0" y="3246043"/>
          <a:ext cx="7886700" cy="1298195"/>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114384-BBB9-4D00-BF0D-9C966CDE592A}">
      <dsp:nvSpPr>
        <dsp:cNvPr id="0" name=""/>
        <dsp:cNvSpPr/>
      </dsp:nvSpPr>
      <dsp:spPr>
        <a:xfrm>
          <a:off x="392704" y="3538137"/>
          <a:ext cx="714007" cy="71400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25B46D1-1F26-471B-B4D7-3C68FD7CF5C2}">
      <dsp:nvSpPr>
        <dsp:cNvPr id="0" name=""/>
        <dsp:cNvSpPr/>
      </dsp:nvSpPr>
      <dsp:spPr>
        <a:xfrm>
          <a:off x="1499415" y="3246043"/>
          <a:ext cx="6387284" cy="12981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392" tIns="137392" rIns="137392" bIns="137392" numCol="1" spcCol="1270" anchor="ctr" anchorCtr="0">
          <a:noAutofit/>
        </a:bodyPr>
        <a:lstStyle/>
        <a:p>
          <a:pPr marL="0" lvl="0" indent="0" algn="l" defTabSz="977900">
            <a:lnSpc>
              <a:spcPct val="90000"/>
            </a:lnSpc>
            <a:spcBef>
              <a:spcPct val="0"/>
            </a:spcBef>
            <a:spcAft>
              <a:spcPct val="35000"/>
            </a:spcAft>
            <a:buNone/>
          </a:pPr>
          <a:r>
            <a:rPr lang="en-US" sz="2200" kern="1200" dirty="0">
              <a:latin typeface="Times New Roman" panose="02020603050405020304" pitchFamily="18" charset="0"/>
              <a:cs typeface="Times New Roman" panose="02020603050405020304" pitchFamily="18" charset="0"/>
            </a:rPr>
            <a:t>YOLO-TLA: An Efficient and Lightweight Small Object Detection Model Based on YOLOv5.</a:t>
          </a:r>
        </a:p>
      </dsp:txBody>
      <dsp:txXfrm>
        <a:off x="1499415" y="3246043"/>
        <a:ext cx="6387284" cy="129819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A5C01C-9CEA-7542-A9DA-F0BCE5A9D71E}">
      <dsp:nvSpPr>
        <dsp:cNvPr id="0" name=""/>
        <dsp:cNvSpPr/>
      </dsp:nvSpPr>
      <dsp:spPr>
        <a:xfrm>
          <a:off x="0" y="4398435"/>
          <a:ext cx="1971377" cy="577292"/>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204" tIns="142240" rIns="140204" bIns="142240" numCol="1" spcCol="1270" anchor="ctr" anchorCtr="0">
          <a:noAutofit/>
        </a:bodyPr>
        <a:lstStyle/>
        <a:p>
          <a:pPr marL="0" lvl="0" indent="0" algn="ctr" defTabSz="889000">
            <a:lnSpc>
              <a:spcPct val="90000"/>
            </a:lnSpc>
            <a:spcBef>
              <a:spcPct val="0"/>
            </a:spcBef>
            <a:spcAft>
              <a:spcPct val="35000"/>
            </a:spcAft>
            <a:buNone/>
          </a:pPr>
          <a:r>
            <a:rPr lang="en-US" sz="2000" kern="1200" dirty="0"/>
            <a:t>Step 6</a:t>
          </a:r>
        </a:p>
      </dsp:txBody>
      <dsp:txXfrm>
        <a:off x="0" y="4398435"/>
        <a:ext cx="1971377" cy="577292"/>
      </dsp:txXfrm>
    </dsp:sp>
    <dsp:sp modelId="{A4DCEA11-1C52-B84D-831C-C6E82835E69F}">
      <dsp:nvSpPr>
        <dsp:cNvPr id="0" name=""/>
        <dsp:cNvSpPr/>
      </dsp:nvSpPr>
      <dsp:spPr>
        <a:xfrm>
          <a:off x="1971377" y="4398435"/>
          <a:ext cx="5914131" cy="577292"/>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67" tIns="177800" rIns="119967" bIns="177800" numCol="1" spcCol="1270" anchor="ctr" anchorCtr="0">
          <a:noAutofit/>
        </a:bodyPr>
        <a:lstStyle/>
        <a:p>
          <a:pPr marL="0" lvl="0" indent="0" algn="l" defTabSz="622300" rtl="0">
            <a:lnSpc>
              <a:spcPct val="90000"/>
            </a:lnSpc>
            <a:spcBef>
              <a:spcPct val="0"/>
            </a:spcBef>
            <a:spcAft>
              <a:spcPct val="35000"/>
            </a:spcAft>
            <a:buNone/>
          </a:pPr>
          <a:r>
            <a:rPr lang="en-IN" sz="1400" kern="1200" dirty="0">
              <a:latin typeface="Times New Roman" panose="02020603050405020304" pitchFamily="18" charset="0"/>
              <a:cs typeface="Times New Roman" panose="02020603050405020304" pitchFamily="18" charset="0"/>
            </a:rPr>
            <a:t>Model Development (Future Work)</a:t>
          </a:r>
          <a:endParaRPr lang="en-US" sz="1400" kern="1200" dirty="0">
            <a:latin typeface="Times New Roman" panose="02020603050405020304" pitchFamily="18" charset="0"/>
            <a:cs typeface="Times New Roman" panose="02020603050405020304" pitchFamily="18" charset="0"/>
          </a:endParaRPr>
        </a:p>
      </dsp:txBody>
      <dsp:txXfrm>
        <a:off x="1971377" y="4398435"/>
        <a:ext cx="5914131" cy="577292"/>
      </dsp:txXfrm>
    </dsp:sp>
    <dsp:sp modelId="{59612E42-2966-7D4B-8F21-AF4D32219590}">
      <dsp:nvSpPr>
        <dsp:cNvPr id="0" name=""/>
        <dsp:cNvSpPr/>
      </dsp:nvSpPr>
      <dsp:spPr>
        <a:xfrm rot="10800000">
          <a:off x="0" y="3519219"/>
          <a:ext cx="1971377" cy="887875"/>
        </a:xfrm>
        <a:prstGeom prst="upArrowCallout">
          <a:avLst>
            <a:gd name="adj1" fmla="val 5000"/>
            <a:gd name="adj2" fmla="val 10000"/>
            <a:gd name="adj3" fmla="val 15000"/>
            <a:gd name="adj4" fmla="val 64977"/>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204" tIns="142240" rIns="140204" bIns="142240" numCol="1" spcCol="1270" anchor="ctr" anchorCtr="0">
          <a:noAutofit/>
        </a:bodyPr>
        <a:lstStyle/>
        <a:p>
          <a:pPr marL="0" lvl="0" indent="0" algn="ctr" defTabSz="889000">
            <a:lnSpc>
              <a:spcPct val="90000"/>
            </a:lnSpc>
            <a:spcBef>
              <a:spcPct val="0"/>
            </a:spcBef>
            <a:spcAft>
              <a:spcPct val="35000"/>
            </a:spcAft>
            <a:buNone/>
          </a:pPr>
          <a:r>
            <a:rPr lang="en-US" sz="2000" kern="1200" dirty="0"/>
            <a:t>Step 5</a:t>
          </a:r>
        </a:p>
      </dsp:txBody>
      <dsp:txXfrm rot="-10800000">
        <a:off x="0" y="3519219"/>
        <a:ext cx="1971377" cy="577119"/>
      </dsp:txXfrm>
    </dsp:sp>
    <dsp:sp modelId="{C2A69F78-D06B-8642-9EF8-2DFE7BC3FE00}">
      <dsp:nvSpPr>
        <dsp:cNvPr id="0" name=""/>
        <dsp:cNvSpPr/>
      </dsp:nvSpPr>
      <dsp:spPr>
        <a:xfrm>
          <a:off x="1971377" y="3519219"/>
          <a:ext cx="5914131" cy="577119"/>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67" tIns="177800" rIns="119967" bIns="177800" numCol="1" spcCol="1270" anchor="ctr" anchorCtr="0">
          <a:noAutofit/>
        </a:bodyPr>
        <a:lstStyle/>
        <a:p>
          <a:pPr marL="0" lvl="0" indent="0" algn="l" defTabSz="622300" rtl="0">
            <a:lnSpc>
              <a:spcPct val="90000"/>
            </a:lnSpc>
            <a:spcBef>
              <a:spcPct val="0"/>
            </a:spcBef>
            <a:spcAft>
              <a:spcPct val="35000"/>
            </a:spcAft>
            <a:buNone/>
          </a:pPr>
          <a:r>
            <a:rPr lang="en-IN" sz="1400" kern="1200" dirty="0">
              <a:latin typeface="Times New Roman" panose="02020603050405020304" pitchFamily="18" charset="0"/>
              <a:cs typeface="Times New Roman" panose="02020603050405020304" pitchFamily="18" charset="0"/>
            </a:rPr>
            <a:t>Evaluation</a:t>
          </a:r>
          <a:endParaRPr lang="en-US" sz="1400" kern="1200" dirty="0">
            <a:latin typeface="Times New Roman" panose="02020603050405020304" pitchFamily="18" charset="0"/>
            <a:cs typeface="Times New Roman" panose="02020603050405020304" pitchFamily="18" charset="0"/>
          </a:endParaRPr>
        </a:p>
      </dsp:txBody>
      <dsp:txXfrm>
        <a:off x="1971377" y="3519219"/>
        <a:ext cx="5914131" cy="577119"/>
      </dsp:txXfrm>
    </dsp:sp>
    <dsp:sp modelId="{8C01F75D-600F-D849-A747-509E8DF8D7E6}">
      <dsp:nvSpPr>
        <dsp:cNvPr id="0" name=""/>
        <dsp:cNvSpPr/>
      </dsp:nvSpPr>
      <dsp:spPr>
        <a:xfrm rot="10800000">
          <a:off x="0" y="2640003"/>
          <a:ext cx="1971377" cy="887875"/>
        </a:xfrm>
        <a:prstGeom prst="upArrowCallout">
          <a:avLst>
            <a:gd name="adj1" fmla="val 5000"/>
            <a:gd name="adj2" fmla="val 10000"/>
            <a:gd name="adj3" fmla="val 15000"/>
            <a:gd name="adj4" fmla="val 64977"/>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204" tIns="142240" rIns="140204" bIns="142240" numCol="1" spcCol="1270" anchor="ctr" anchorCtr="0">
          <a:noAutofit/>
        </a:bodyPr>
        <a:lstStyle/>
        <a:p>
          <a:pPr marL="0" lvl="0" indent="0" algn="ctr" defTabSz="889000">
            <a:lnSpc>
              <a:spcPct val="90000"/>
            </a:lnSpc>
            <a:spcBef>
              <a:spcPct val="0"/>
            </a:spcBef>
            <a:spcAft>
              <a:spcPct val="35000"/>
            </a:spcAft>
            <a:buNone/>
          </a:pPr>
          <a:r>
            <a:rPr lang="en-US" sz="2000" kern="1200" dirty="0"/>
            <a:t>Step 4</a:t>
          </a:r>
        </a:p>
      </dsp:txBody>
      <dsp:txXfrm rot="-10800000">
        <a:off x="0" y="2640003"/>
        <a:ext cx="1971377" cy="577119"/>
      </dsp:txXfrm>
    </dsp:sp>
    <dsp:sp modelId="{CE355F69-3EFD-FC43-B36A-0B710B93612D}">
      <dsp:nvSpPr>
        <dsp:cNvPr id="0" name=""/>
        <dsp:cNvSpPr/>
      </dsp:nvSpPr>
      <dsp:spPr>
        <a:xfrm>
          <a:off x="1971377" y="2634249"/>
          <a:ext cx="5914131" cy="577119"/>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67" tIns="177800" rIns="119967" bIns="177800" numCol="1" spcCol="1270" anchor="ctr" anchorCtr="0">
          <a:noAutofit/>
        </a:bodyPr>
        <a:lstStyle/>
        <a:p>
          <a:pPr marL="0" lvl="0" indent="0" algn="l" defTabSz="622300" rtl="0">
            <a:lnSpc>
              <a:spcPct val="90000"/>
            </a:lnSpc>
            <a:spcBef>
              <a:spcPct val="0"/>
            </a:spcBef>
            <a:spcAft>
              <a:spcPct val="35000"/>
            </a:spcAft>
            <a:buNone/>
          </a:pPr>
          <a:r>
            <a:rPr lang="en-IN" sz="1400" kern="1200" dirty="0">
              <a:latin typeface="Times New Roman" panose="02020603050405020304" pitchFamily="18" charset="0"/>
              <a:cs typeface="Times New Roman" panose="02020603050405020304" pitchFamily="18" charset="0"/>
            </a:rPr>
            <a:t>Hybrid Model (Ensemble Approach)</a:t>
          </a:r>
          <a:endParaRPr lang="en-US" sz="1400" kern="1200" dirty="0">
            <a:latin typeface="Times New Roman" panose="02020603050405020304" pitchFamily="18" charset="0"/>
            <a:cs typeface="Times New Roman" panose="02020603050405020304" pitchFamily="18" charset="0"/>
          </a:endParaRPr>
        </a:p>
      </dsp:txBody>
      <dsp:txXfrm>
        <a:off x="1971377" y="2634249"/>
        <a:ext cx="5914131" cy="577119"/>
      </dsp:txXfrm>
    </dsp:sp>
    <dsp:sp modelId="{176FB10E-67F2-244A-9C51-F1A5D4E7014B}">
      <dsp:nvSpPr>
        <dsp:cNvPr id="0" name=""/>
        <dsp:cNvSpPr/>
      </dsp:nvSpPr>
      <dsp:spPr>
        <a:xfrm rot="10800000">
          <a:off x="0" y="1760787"/>
          <a:ext cx="1971377" cy="887875"/>
        </a:xfrm>
        <a:prstGeom prst="upArrowCallout">
          <a:avLst>
            <a:gd name="adj1" fmla="val 5000"/>
            <a:gd name="adj2" fmla="val 10000"/>
            <a:gd name="adj3" fmla="val 15000"/>
            <a:gd name="adj4" fmla="val 64977"/>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204" tIns="142240" rIns="140204" bIns="142240" numCol="1" spcCol="1270" anchor="ctr" anchorCtr="0">
          <a:noAutofit/>
        </a:bodyPr>
        <a:lstStyle/>
        <a:p>
          <a:pPr marL="0" lvl="0" indent="0" algn="ctr" defTabSz="889000">
            <a:lnSpc>
              <a:spcPct val="90000"/>
            </a:lnSpc>
            <a:spcBef>
              <a:spcPct val="0"/>
            </a:spcBef>
            <a:spcAft>
              <a:spcPct val="35000"/>
            </a:spcAft>
            <a:buNone/>
          </a:pPr>
          <a:r>
            <a:rPr lang="en-US" sz="2000" kern="1200" dirty="0"/>
            <a:t>Step 3</a:t>
          </a:r>
        </a:p>
      </dsp:txBody>
      <dsp:txXfrm rot="-10800000">
        <a:off x="0" y="1760787"/>
        <a:ext cx="1971377" cy="577119"/>
      </dsp:txXfrm>
    </dsp:sp>
    <dsp:sp modelId="{B5ADD037-1B52-0741-85DE-261FBD030161}">
      <dsp:nvSpPr>
        <dsp:cNvPr id="0" name=""/>
        <dsp:cNvSpPr/>
      </dsp:nvSpPr>
      <dsp:spPr>
        <a:xfrm>
          <a:off x="1971377" y="1760787"/>
          <a:ext cx="5914131" cy="57711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67" tIns="177800" rIns="119967" bIns="177800" numCol="1" spcCol="1270" anchor="ctr" anchorCtr="0">
          <a:noAutofit/>
        </a:bodyPr>
        <a:lstStyle/>
        <a:p>
          <a:pPr marL="0" lvl="0" indent="0" algn="l" defTabSz="622300">
            <a:lnSpc>
              <a:spcPct val="90000"/>
            </a:lnSpc>
            <a:spcBef>
              <a:spcPct val="0"/>
            </a:spcBef>
            <a:spcAft>
              <a:spcPct val="35000"/>
            </a:spcAft>
            <a:buNone/>
          </a:pPr>
          <a:r>
            <a:rPr lang="en-IN" sz="1400" kern="1200" dirty="0">
              <a:latin typeface="Times New Roman" panose="02020603050405020304" pitchFamily="18" charset="0"/>
              <a:cs typeface="Times New Roman" panose="02020603050405020304" pitchFamily="18" charset="0"/>
            </a:rPr>
            <a:t>Model Prediction Process</a:t>
          </a:r>
          <a:endParaRPr lang="en-US" sz="1400" kern="1200" dirty="0">
            <a:latin typeface="Times New Roman" panose="02020603050405020304" pitchFamily="18" charset="0"/>
            <a:cs typeface="Times New Roman" panose="02020603050405020304" pitchFamily="18" charset="0"/>
          </a:endParaRPr>
        </a:p>
      </dsp:txBody>
      <dsp:txXfrm>
        <a:off x="1971377" y="1760787"/>
        <a:ext cx="5914131" cy="577119"/>
      </dsp:txXfrm>
    </dsp:sp>
    <dsp:sp modelId="{65CC2DDA-74B7-1C40-9934-246CA94A0A05}">
      <dsp:nvSpPr>
        <dsp:cNvPr id="0" name=""/>
        <dsp:cNvSpPr/>
      </dsp:nvSpPr>
      <dsp:spPr>
        <a:xfrm rot="10800000">
          <a:off x="0" y="881570"/>
          <a:ext cx="1971377" cy="887875"/>
        </a:xfrm>
        <a:prstGeom prst="upArrowCallout">
          <a:avLst>
            <a:gd name="adj1" fmla="val 5000"/>
            <a:gd name="adj2" fmla="val 10000"/>
            <a:gd name="adj3" fmla="val 15000"/>
            <a:gd name="adj4" fmla="val 64977"/>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204" tIns="142240" rIns="140204" bIns="142240" numCol="1" spcCol="1270" anchor="ctr" anchorCtr="0">
          <a:noAutofit/>
        </a:bodyPr>
        <a:lstStyle/>
        <a:p>
          <a:pPr marL="0" lvl="0" indent="0" algn="ctr" defTabSz="889000">
            <a:lnSpc>
              <a:spcPct val="90000"/>
            </a:lnSpc>
            <a:spcBef>
              <a:spcPct val="0"/>
            </a:spcBef>
            <a:spcAft>
              <a:spcPct val="35000"/>
            </a:spcAft>
            <a:buNone/>
          </a:pPr>
          <a:r>
            <a:rPr lang="en-US" sz="2000" kern="1200" dirty="0"/>
            <a:t>Step 2</a:t>
          </a:r>
        </a:p>
      </dsp:txBody>
      <dsp:txXfrm rot="-10800000">
        <a:off x="0" y="881570"/>
        <a:ext cx="1971377" cy="577119"/>
      </dsp:txXfrm>
    </dsp:sp>
    <dsp:sp modelId="{64E655E2-8A0E-AC40-BEC2-54C12707DA08}">
      <dsp:nvSpPr>
        <dsp:cNvPr id="0" name=""/>
        <dsp:cNvSpPr/>
      </dsp:nvSpPr>
      <dsp:spPr>
        <a:xfrm>
          <a:off x="1971377" y="881570"/>
          <a:ext cx="5914131" cy="577119"/>
        </a:xfrm>
        <a:prstGeom prst="rect">
          <a:avLst/>
        </a:prstGeom>
        <a:solidFill>
          <a:schemeClr val="accent6">
            <a:tint val="40000"/>
            <a:alpha val="90000"/>
            <a:hueOff val="0"/>
            <a:satOff val="0"/>
            <a:lumOff val="0"/>
            <a:alphaOff val="0"/>
          </a:schemeClr>
        </a:solidFill>
        <a:ln w="1270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67" tIns="177800" rIns="119967" bIns="177800" numCol="1" spcCol="1270" anchor="ctr" anchorCtr="0">
          <a:noAutofit/>
        </a:bodyPr>
        <a:lstStyle/>
        <a:p>
          <a:pPr marL="0" lvl="0" indent="0" algn="l" defTabSz="622300" rtl="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Model Setup</a:t>
          </a:r>
        </a:p>
      </dsp:txBody>
      <dsp:txXfrm>
        <a:off x="1971377" y="881570"/>
        <a:ext cx="5914131" cy="577119"/>
      </dsp:txXfrm>
    </dsp:sp>
    <dsp:sp modelId="{772BFCBB-F9A7-754D-A415-B99AFA81DF30}">
      <dsp:nvSpPr>
        <dsp:cNvPr id="0" name=""/>
        <dsp:cNvSpPr/>
      </dsp:nvSpPr>
      <dsp:spPr>
        <a:xfrm rot="10800000">
          <a:off x="0" y="2354"/>
          <a:ext cx="1971377" cy="887875"/>
        </a:xfrm>
        <a:prstGeom prst="upArrowCallout">
          <a:avLst>
            <a:gd name="adj1" fmla="val 5000"/>
            <a:gd name="adj2" fmla="val 10000"/>
            <a:gd name="adj3" fmla="val 15000"/>
            <a:gd name="adj4" fmla="val 64977"/>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204" tIns="142240" rIns="140204" bIns="142240" numCol="1" spcCol="1270" anchor="ctr" anchorCtr="0">
          <a:noAutofit/>
        </a:bodyPr>
        <a:lstStyle/>
        <a:p>
          <a:pPr marL="0" lvl="0" indent="0" algn="ctr" defTabSz="889000">
            <a:lnSpc>
              <a:spcPct val="90000"/>
            </a:lnSpc>
            <a:spcBef>
              <a:spcPct val="0"/>
            </a:spcBef>
            <a:spcAft>
              <a:spcPct val="35000"/>
            </a:spcAft>
            <a:buNone/>
          </a:pPr>
          <a:r>
            <a:rPr lang="en-US" sz="2000" kern="1200" dirty="0"/>
            <a:t>Step 1</a:t>
          </a:r>
        </a:p>
      </dsp:txBody>
      <dsp:txXfrm rot="-10800000">
        <a:off x="0" y="2354"/>
        <a:ext cx="1971377" cy="577119"/>
      </dsp:txXfrm>
    </dsp:sp>
    <dsp:sp modelId="{D5C2C13A-A3EF-644D-B983-85DA242B99E6}">
      <dsp:nvSpPr>
        <dsp:cNvPr id="0" name=""/>
        <dsp:cNvSpPr/>
      </dsp:nvSpPr>
      <dsp:spPr>
        <a:xfrm>
          <a:off x="1971377" y="2354"/>
          <a:ext cx="5914131" cy="577119"/>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67" tIns="177800" rIns="119967" bIns="177800" numCol="1" spcCol="1270" anchor="ctr" anchorCtr="0">
          <a:noAutofit/>
        </a:bodyPr>
        <a:lstStyle/>
        <a:p>
          <a:pPr marL="0" lvl="0" indent="0" algn="l" defTabSz="622300" rtl="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Data Collection and Preprocessing</a:t>
          </a:r>
        </a:p>
      </dsp:txBody>
      <dsp:txXfrm>
        <a:off x="1971377" y="2354"/>
        <a:ext cx="5914131" cy="57711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6/7/layout/VerticalDownArrowProcess#1">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parTxLTRAlign" val="l"/>
                <dgm:param type="stBulletLvl" val="0"/>
              </dgm:alg>
              <dgm:shape xmlns:r="http://schemas.openxmlformats.org/officeDocument/2006/relationships" type="rect" r:blip="">
                <dgm:adjLst/>
              </dgm:shape>
              <dgm:presOf axis="des des" ptType="node node"/>
              <dgm:constrLst>
                <dgm:constr type="tMarg" refType="primFontSz"/>
                <dgm:constr type="bMarg" refType="primFontSz"/>
                <dgm:constr type="lMarg" refType="w" fact="0.0575"/>
                <dgm:constr type="rMarg" refType="w" fact="0.0575"/>
              </dgm:constrLst>
              <dgm:presOf axis="des des" ptType="node 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parTxLTRAlign" val="l"/>
                <dgm:param type="stBulletLvl" val="0"/>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4782C7-A981-DA49-9F80-7A4E75405182}" type="datetimeFigureOut">
              <a:rPr lang="en-US" smtClean="0"/>
              <a:t>12/9/2025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412654-83C3-6247-B37B-7386861A2027}" type="slidenum">
              <a:rPr lang="en-US" smtClean="0"/>
              <a:t>‹#›</a:t>
            </a:fld>
            <a:endParaRPr lang="en-US"/>
          </a:p>
        </p:txBody>
      </p:sp>
    </p:spTree>
    <p:extLst>
      <p:ext uri="{BB962C8B-B14F-4D97-AF65-F5344CB8AC3E}">
        <p14:creationId xmlns:p14="http://schemas.microsoft.com/office/powerpoint/2010/main" val="2073143012"/>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DC60DCD-A1EE-D04E-A050-0D41A7407592}"/>
              </a:ext>
            </a:extLst>
          </p:cNvPr>
          <p:cNvSpPr/>
          <p:nvPr userDrawn="1"/>
        </p:nvSpPr>
        <p:spPr>
          <a:xfrm>
            <a:off x="0" y="0"/>
            <a:ext cx="9144000" cy="2743200"/>
          </a:xfrm>
          <a:prstGeom prst="rect">
            <a:avLst/>
          </a:prstGeom>
          <a:solidFill>
            <a:srgbClr val="69B3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6" name="Picture 5">
            <a:extLst>
              <a:ext uri="{FF2B5EF4-FFF2-40B4-BE49-F238E27FC236}">
                <a16:creationId xmlns:a16="http://schemas.microsoft.com/office/drawing/2014/main" id="{2E28DFAC-6C93-D941-AD4C-56B7F38F7E6E}"/>
              </a:ext>
            </a:extLst>
          </p:cNvPr>
          <p:cNvPicPr>
            <a:picLocks noChangeAspect="1"/>
          </p:cNvPicPr>
          <p:nvPr userDrawn="1"/>
        </p:nvPicPr>
        <p:blipFill>
          <a:blip r:embed="rId2">
            <a:alphaModFix amt="20000"/>
          </a:blip>
          <a:stretch>
            <a:fillRect/>
          </a:stretch>
        </p:blipFill>
        <p:spPr>
          <a:xfrm>
            <a:off x="6236468" y="-171450"/>
            <a:ext cx="3076696" cy="3076696"/>
          </a:xfrm>
          <a:prstGeom prst="rect">
            <a:avLst/>
          </a:prstGeom>
        </p:spPr>
      </p:pic>
      <p:sp>
        <p:nvSpPr>
          <p:cNvPr id="13" name="Rectangle 12">
            <a:extLst>
              <a:ext uri="{FF2B5EF4-FFF2-40B4-BE49-F238E27FC236}">
                <a16:creationId xmlns:a16="http://schemas.microsoft.com/office/drawing/2014/main" id="{156F2F19-5F1F-9540-9B80-03841B943248}"/>
              </a:ext>
            </a:extLst>
          </p:cNvPr>
          <p:cNvSpPr/>
          <p:nvPr userDrawn="1"/>
        </p:nvSpPr>
        <p:spPr>
          <a:xfrm>
            <a:off x="0" y="2651760"/>
            <a:ext cx="9144000" cy="91440"/>
          </a:xfrm>
          <a:prstGeom prst="rect">
            <a:avLst/>
          </a:prstGeom>
          <a:solidFill>
            <a:srgbClr val="FFC7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7" name="Picture 6">
            <a:extLst>
              <a:ext uri="{FF2B5EF4-FFF2-40B4-BE49-F238E27FC236}">
                <a16:creationId xmlns:a16="http://schemas.microsoft.com/office/drawing/2014/main" id="{BF006448-8A20-764C-A113-182619307853}"/>
              </a:ext>
            </a:extLst>
          </p:cNvPr>
          <p:cNvPicPr>
            <a:picLocks noChangeAspect="1"/>
          </p:cNvPicPr>
          <p:nvPr userDrawn="1"/>
        </p:nvPicPr>
        <p:blipFill>
          <a:blip r:embed="rId3"/>
          <a:stretch>
            <a:fillRect/>
          </a:stretch>
        </p:blipFill>
        <p:spPr>
          <a:xfrm>
            <a:off x="5772150" y="6176068"/>
            <a:ext cx="2743200" cy="243165"/>
          </a:xfrm>
          <a:prstGeom prst="rect">
            <a:avLst/>
          </a:prstGeom>
        </p:spPr>
      </p:pic>
    </p:spTree>
    <p:extLst>
      <p:ext uri="{BB962C8B-B14F-4D97-AF65-F5344CB8AC3E}">
        <p14:creationId xmlns:p14="http://schemas.microsoft.com/office/powerpoint/2010/main" val="29242570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1233169"/>
            <a:ext cx="7886700" cy="1325563"/>
          </a:xfrm>
        </p:spPr>
        <p:txBody>
          <a:bodyPr/>
          <a:lstStyle/>
          <a:p>
            <a:r>
              <a:rPr lang="en-US" dirty="0"/>
              <a:t>Click to edit Master title style</a:t>
            </a:r>
          </a:p>
        </p:txBody>
      </p:sp>
      <p:sp>
        <p:nvSpPr>
          <p:cNvPr id="3" name="Content Placeholder 2"/>
          <p:cNvSpPr>
            <a:spLocks noGrp="1"/>
          </p:cNvSpPr>
          <p:nvPr>
            <p:ph sz="half" idx="1"/>
          </p:nvPr>
        </p:nvSpPr>
        <p:spPr>
          <a:xfrm>
            <a:off x="628650" y="2693670"/>
            <a:ext cx="3886200" cy="34767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2693670"/>
            <a:ext cx="3886200" cy="34767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1825A77A-971A-3244-890F-3B99F774724A}" type="slidenum">
              <a:rPr lang="en-US" smtClean="0"/>
              <a:pPr/>
              <a:t>‹#›</a:t>
            </a:fld>
            <a:endParaRPr lang="en-US" dirty="0"/>
          </a:p>
        </p:txBody>
      </p:sp>
      <p:sp>
        <p:nvSpPr>
          <p:cNvPr id="8" name="Rectangle 7">
            <a:extLst>
              <a:ext uri="{FF2B5EF4-FFF2-40B4-BE49-F238E27FC236}">
                <a16:creationId xmlns:a16="http://schemas.microsoft.com/office/drawing/2014/main" id="{41F4AE9C-67F5-1A41-89B0-DEEE29CEB63B}"/>
              </a:ext>
            </a:extLst>
          </p:cNvPr>
          <p:cNvSpPr/>
          <p:nvPr userDrawn="1"/>
        </p:nvSpPr>
        <p:spPr>
          <a:xfrm>
            <a:off x="0" y="-1"/>
            <a:ext cx="9144000" cy="914401"/>
          </a:xfrm>
          <a:prstGeom prst="rect">
            <a:avLst/>
          </a:prstGeom>
          <a:solidFill>
            <a:srgbClr val="69B3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dirty="0"/>
          </a:p>
        </p:txBody>
      </p:sp>
      <p:sp>
        <p:nvSpPr>
          <p:cNvPr id="9" name="Rectangle 8">
            <a:extLst>
              <a:ext uri="{FF2B5EF4-FFF2-40B4-BE49-F238E27FC236}">
                <a16:creationId xmlns:a16="http://schemas.microsoft.com/office/drawing/2014/main" id="{21E368CC-3F6A-894C-9234-DC83E799A195}"/>
              </a:ext>
            </a:extLst>
          </p:cNvPr>
          <p:cNvSpPr/>
          <p:nvPr userDrawn="1"/>
        </p:nvSpPr>
        <p:spPr>
          <a:xfrm>
            <a:off x="0" y="6675120"/>
            <a:ext cx="9144000" cy="182880"/>
          </a:xfrm>
          <a:prstGeom prst="rect">
            <a:avLst/>
          </a:prstGeom>
          <a:solidFill>
            <a:srgbClr val="FFC7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12" name="Picture 11">
            <a:extLst>
              <a:ext uri="{FF2B5EF4-FFF2-40B4-BE49-F238E27FC236}">
                <a16:creationId xmlns:a16="http://schemas.microsoft.com/office/drawing/2014/main" id="{E672DBF6-0DAC-E148-9CD9-C668F894CB13}"/>
              </a:ext>
            </a:extLst>
          </p:cNvPr>
          <p:cNvPicPr>
            <a:picLocks noChangeAspect="1"/>
          </p:cNvPicPr>
          <p:nvPr userDrawn="1"/>
        </p:nvPicPr>
        <p:blipFill>
          <a:blip r:embed="rId2"/>
          <a:stretch>
            <a:fillRect/>
          </a:stretch>
        </p:blipFill>
        <p:spPr>
          <a:xfrm>
            <a:off x="7847355" y="322584"/>
            <a:ext cx="667996" cy="269231"/>
          </a:xfrm>
          <a:prstGeom prst="rect">
            <a:avLst/>
          </a:prstGeom>
        </p:spPr>
      </p:pic>
    </p:spTree>
    <p:extLst>
      <p:ext uri="{BB962C8B-B14F-4D97-AF65-F5344CB8AC3E}">
        <p14:creationId xmlns:p14="http://schemas.microsoft.com/office/powerpoint/2010/main" val="3996357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1233169"/>
            <a:ext cx="2949178"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3887391" y="1233170"/>
            <a:ext cx="462915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992293"/>
            <a:ext cx="2949178" cy="3114503"/>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
        <p:nvSpPr>
          <p:cNvPr id="8" name="Rectangle 7">
            <a:extLst>
              <a:ext uri="{FF2B5EF4-FFF2-40B4-BE49-F238E27FC236}">
                <a16:creationId xmlns:a16="http://schemas.microsoft.com/office/drawing/2014/main" id="{4B43BBDD-4F51-5942-AA98-E7E60DD246B8}"/>
              </a:ext>
            </a:extLst>
          </p:cNvPr>
          <p:cNvSpPr/>
          <p:nvPr userDrawn="1"/>
        </p:nvSpPr>
        <p:spPr>
          <a:xfrm>
            <a:off x="0" y="-1"/>
            <a:ext cx="9144000" cy="914401"/>
          </a:xfrm>
          <a:prstGeom prst="rect">
            <a:avLst/>
          </a:prstGeom>
          <a:solidFill>
            <a:srgbClr val="69B3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dirty="0"/>
          </a:p>
        </p:txBody>
      </p:sp>
      <p:sp>
        <p:nvSpPr>
          <p:cNvPr id="10" name="Rectangle 9">
            <a:extLst>
              <a:ext uri="{FF2B5EF4-FFF2-40B4-BE49-F238E27FC236}">
                <a16:creationId xmlns:a16="http://schemas.microsoft.com/office/drawing/2014/main" id="{9D12223B-7DCB-0A48-A51E-8DF64C6AB09A}"/>
              </a:ext>
            </a:extLst>
          </p:cNvPr>
          <p:cNvSpPr/>
          <p:nvPr userDrawn="1"/>
        </p:nvSpPr>
        <p:spPr>
          <a:xfrm>
            <a:off x="0" y="6675120"/>
            <a:ext cx="9144000" cy="182880"/>
          </a:xfrm>
          <a:prstGeom prst="rect">
            <a:avLst/>
          </a:prstGeom>
          <a:solidFill>
            <a:srgbClr val="FFC7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11" name="Slide Number Placeholder 6">
            <a:extLst>
              <a:ext uri="{FF2B5EF4-FFF2-40B4-BE49-F238E27FC236}">
                <a16:creationId xmlns:a16="http://schemas.microsoft.com/office/drawing/2014/main" id="{FA19B8AF-179C-6A40-9FCF-C1F83ADFC6C0}"/>
              </a:ext>
            </a:extLst>
          </p:cNvPr>
          <p:cNvSpPr>
            <a:spLocks noGrp="1"/>
          </p:cNvSpPr>
          <p:nvPr>
            <p:ph type="sldNum" sz="quarter" idx="12"/>
          </p:nvPr>
        </p:nvSpPr>
        <p:spPr>
          <a:xfrm>
            <a:off x="6457950" y="6356351"/>
            <a:ext cx="2057400" cy="365125"/>
          </a:xfrm>
        </p:spPr>
        <p:txBody>
          <a:bodyPr/>
          <a:lstStyle>
            <a:lvl1pPr>
              <a:defRPr>
                <a:solidFill>
                  <a:schemeClr val="tx1"/>
                </a:solidFill>
              </a:defRPr>
            </a:lvl1pPr>
          </a:lstStyle>
          <a:p>
            <a:fld id="{1825A77A-971A-3244-890F-3B99F774724A}" type="slidenum">
              <a:rPr lang="en-US" smtClean="0"/>
              <a:pPr/>
              <a:t>‹#›</a:t>
            </a:fld>
            <a:endParaRPr lang="en-US" dirty="0"/>
          </a:p>
        </p:txBody>
      </p:sp>
      <p:pic>
        <p:nvPicPr>
          <p:cNvPr id="13" name="Picture 12">
            <a:extLst>
              <a:ext uri="{FF2B5EF4-FFF2-40B4-BE49-F238E27FC236}">
                <a16:creationId xmlns:a16="http://schemas.microsoft.com/office/drawing/2014/main" id="{4F087DC1-D29E-C342-8A11-CCD0B4FE6B11}"/>
              </a:ext>
            </a:extLst>
          </p:cNvPr>
          <p:cNvPicPr>
            <a:picLocks noChangeAspect="1"/>
          </p:cNvPicPr>
          <p:nvPr userDrawn="1"/>
        </p:nvPicPr>
        <p:blipFill>
          <a:blip r:embed="rId2"/>
          <a:stretch>
            <a:fillRect/>
          </a:stretch>
        </p:blipFill>
        <p:spPr>
          <a:xfrm>
            <a:off x="7847355" y="322584"/>
            <a:ext cx="667996" cy="269231"/>
          </a:xfrm>
          <a:prstGeom prst="rect">
            <a:avLst/>
          </a:prstGeom>
        </p:spPr>
      </p:pic>
    </p:spTree>
    <p:extLst>
      <p:ext uri="{BB962C8B-B14F-4D97-AF65-F5344CB8AC3E}">
        <p14:creationId xmlns:p14="http://schemas.microsoft.com/office/powerpoint/2010/main" val="3543951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2D56338-8C42-5A4C-B15A-5E6D618BF4F2}"/>
              </a:ext>
            </a:extLst>
          </p:cNvPr>
          <p:cNvSpPr/>
          <p:nvPr userDrawn="1"/>
        </p:nvSpPr>
        <p:spPr>
          <a:xfrm>
            <a:off x="0" y="-1"/>
            <a:ext cx="9144000" cy="914401"/>
          </a:xfrm>
          <a:prstGeom prst="rect">
            <a:avLst/>
          </a:prstGeom>
          <a:solidFill>
            <a:srgbClr val="69B3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dirty="0"/>
          </a:p>
        </p:txBody>
      </p:sp>
      <p:sp>
        <p:nvSpPr>
          <p:cNvPr id="8" name="Rectangle 7">
            <a:extLst>
              <a:ext uri="{FF2B5EF4-FFF2-40B4-BE49-F238E27FC236}">
                <a16:creationId xmlns:a16="http://schemas.microsoft.com/office/drawing/2014/main" id="{1F4F877C-2745-294D-A776-CA518D80DE0A}"/>
              </a:ext>
            </a:extLst>
          </p:cNvPr>
          <p:cNvSpPr/>
          <p:nvPr userDrawn="1"/>
        </p:nvSpPr>
        <p:spPr>
          <a:xfrm>
            <a:off x="0" y="6675120"/>
            <a:ext cx="9144000" cy="182880"/>
          </a:xfrm>
          <a:prstGeom prst="rect">
            <a:avLst/>
          </a:prstGeom>
          <a:solidFill>
            <a:srgbClr val="FFC7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10" name="Slide Number Placeholder 6">
            <a:extLst>
              <a:ext uri="{FF2B5EF4-FFF2-40B4-BE49-F238E27FC236}">
                <a16:creationId xmlns:a16="http://schemas.microsoft.com/office/drawing/2014/main" id="{E0B38AD8-F3C5-7940-BF85-B96BF38E0637}"/>
              </a:ext>
            </a:extLst>
          </p:cNvPr>
          <p:cNvSpPr>
            <a:spLocks noGrp="1"/>
          </p:cNvSpPr>
          <p:nvPr>
            <p:ph type="sldNum" sz="quarter" idx="12"/>
          </p:nvPr>
        </p:nvSpPr>
        <p:spPr>
          <a:xfrm>
            <a:off x="6457950" y="6356351"/>
            <a:ext cx="2057400" cy="365125"/>
          </a:xfrm>
        </p:spPr>
        <p:txBody>
          <a:bodyPr/>
          <a:lstStyle>
            <a:lvl1pPr>
              <a:defRPr>
                <a:solidFill>
                  <a:schemeClr val="tx1"/>
                </a:solidFill>
              </a:defRPr>
            </a:lvl1pPr>
          </a:lstStyle>
          <a:p>
            <a:fld id="{1825A77A-971A-3244-890F-3B99F774724A}" type="slidenum">
              <a:rPr lang="en-US" smtClean="0"/>
              <a:pPr/>
              <a:t>‹#›</a:t>
            </a:fld>
            <a:endParaRPr lang="en-US" dirty="0"/>
          </a:p>
        </p:txBody>
      </p:sp>
      <p:sp>
        <p:nvSpPr>
          <p:cNvPr id="11" name="Title 1">
            <a:extLst>
              <a:ext uri="{FF2B5EF4-FFF2-40B4-BE49-F238E27FC236}">
                <a16:creationId xmlns:a16="http://schemas.microsoft.com/office/drawing/2014/main" id="{7FA62369-8A22-664A-A57A-10CC43BAE04E}"/>
              </a:ext>
            </a:extLst>
          </p:cNvPr>
          <p:cNvSpPr>
            <a:spLocks noGrp="1"/>
          </p:cNvSpPr>
          <p:nvPr>
            <p:ph type="title"/>
          </p:nvPr>
        </p:nvSpPr>
        <p:spPr>
          <a:xfrm>
            <a:off x="628650" y="1233169"/>
            <a:ext cx="7886700" cy="1325563"/>
          </a:xfrm>
        </p:spPr>
        <p:txBody>
          <a:bodyPr/>
          <a:lstStyle/>
          <a:p>
            <a:r>
              <a:rPr lang="en-US" dirty="0"/>
              <a:t>Click to edit Master title style</a:t>
            </a:r>
          </a:p>
        </p:txBody>
      </p:sp>
      <p:sp>
        <p:nvSpPr>
          <p:cNvPr id="12" name="Content Placeholder 2">
            <a:extLst>
              <a:ext uri="{FF2B5EF4-FFF2-40B4-BE49-F238E27FC236}">
                <a16:creationId xmlns:a16="http://schemas.microsoft.com/office/drawing/2014/main" id="{BFA4AFD9-2B8B-FE40-A4BC-0A4258AA842A}"/>
              </a:ext>
            </a:extLst>
          </p:cNvPr>
          <p:cNvSpPr>
            <a:spLocks noGrp="1"/>
          </p:cNvSpPr>
          <p:nvPr>
            <p:ph sz="half" idx="1"/>
          </p:nvPr>
        </p:nvSpPr>
        <p:spPr>
          <a:xfrm>
            <a:off x="628650" y="2693670"/>
            <a:ext cx="7886700" cy="3476724"/>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3" name="Picture 12">
            <a:extLst>
              <a:ext uri="{FF2B5EF4-FFF2-40B4-BE49-F238E27FC236}">
                <a16:creationId xmlns:a16="http://schemas.microsoft.com/office/drawing/2014/main" id="{E2CD807D-CF7D-A84C-AABB-8EB38292CA63}"/>
              </a:ext>
            </a:extLst>
          </p:cNvPr>
          <p:cNvPicPr>
            <a:picLocks noChangeAspect="1"/>
          </p:cNvPicPr>
          <p:nvPr userDrawn="1"/>
        </p:nvPicPr>
        <p:blipFill>
          <a:blip r:embed="rId2"/>
          <a:stretch>
            <a:fillRect/>
          </a:stretch>
        </p:blipFill>
        <p:spPr>
          <a:xfrm>
            <a:off x="7847355" y="322584"/>
            <a:ext cx="667996" cy="269231"/>
          </a:xfrm>
          <a:prstGeom prst="rect">
            <a:avLst/>
          </a:prstGeom>
        </p:spPr>
      </p:pic>
    </p:spTree>
    <p:extLst>
      <p:ext uri="{BB962C8B-B14F-4D97-AF65-F5344CB8AC3E}">
        <p14:creationId xmlns:p14="http://schemas.microsoft.com/office/powerpoint/2010/main" val="597242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825A77A-971A-3244-890F-3B99F774724A}" type="slidenum">
              <a:rPr lang="en-US" smtClean="0"/>
              <a:pPr/>
              <a:t>‹#›</a:t>
            </a:fld>
            <a:endParaRPr lang="en-US" dirty="0"/>
          </a:p>
        </p:txBody>
      </p:sp>
      <p:sp>
        <p:nvSpPr>
          <p:cNvPr id="5" name="Rectangle 4">
            <a:extLst>
              <a:ext uri="{FF2B5EF4-FFF2-40B4-BE49-F238E27FC236}">
                <a16:creationId xmlns:a16="http://schemas.microsoft.com/office/drawing/2014/main" id="{1E95645F-D1FD-AB49-94B6-E1A0A46E6E38}"/>
              </a:ext>
            </a:extLst>
          </p:cNvPr>
          <p:cNvSpPr/>
          <p:nvPr userDrawn="1"/>
        </p:nvSpPr>
        <p:spPr>
          <a:xfrm>
            <a:off x="0" y="0"/>
            <a:ext cx="9144000" cy="6858000"/>
          </a:xfrm>
          <a:prstGeom prst="rect">
            <a:avLst/>
          </a:prstGeom>
          <a:solidFill>
            <a:srgbClr val="69B3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 name="Rectangle 5">
            <a:extLst>
              <a:ext uri="{FF2B5EF4-FFF2-40B4-BE49-F238E27FC236}">
                <a16:creationId xmlns:a16="http://schemas.microsoft.com/office/drawing/2014/main" id="{ADFC020F-74CE-744F-B417-D101F5F860F7}"/>
              </a:ext>
            </a:extLst>
          </p:cNvPr>
          <p:cNvSpPr/>
          <p:nvPr userDrawn="1"/>
        </p:nvSpPr>
        <p:spPr>
          <a:xfrm>
            <a:off x="0" y="6675120"/>
            <a:ext cx="9144000" cy="182880"/>
          </a:xfrm>
          <a:prstGeom prst="rect">
            <a:avLst/>
          </a:prstGeom>
          <a:solidFill>
            <a:srgbClr val="FFC7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9" name="Picture 8">
            <a:extLst>
              <a:ext uri="{FF2B5EF4-FFF2-40B4-BE49-F238E27FC236}">
                <a16:creationId xmlns:a16="http://schemas.microsoft.com/office/drawing/2014/main" id="{5879FC38-93A5-254A-9580-ADF945DCA186}"/>
              </a:ext>
            </a:extLst>
          </p:cNvPr>
          <p:cNvPicPr>
            <a:picLocks noChangeAspect="1"/>
          </p:cNvPicPr>
          <p:nvPr userDrawn="1"/>
        </p:nvPicPr>
        <p:blipFill>
          <a:blip r:embed="rId2"/>
          <a:stretch>
            <a:fillRect/>
          </a:stretch>
        </p:blipFill>
        <p:spPr>
          <a:xfrm>
            <a:off x="7847355" y="322584"/>
            <a:ext cx="667996" cy="269231"/>
          </a:xfrm>
          <a:prstGeom prst="rect">
            <a:avLst/>
          </a:prstGeom>
        </p:spPr>
      </p:pic>
      <p:pic>
        <p:nvPicPr>
          <p:cNvPr id="10" name="Picture 9">
            <a:extLst>
              <a:ext uri="{FF2B5EF4-FFF2-40B4-BE49-F238E27FC236}">
                <a16:creationId xmlns:a16="http://schemas.microsoft.com/office/drawing/2014/main" id="{48A57B61-6E93-3E4B-B366-DD651B8AFFD4}"/>
              </a:ext>
            </a:extLst>
          </p:cNvPr>
          <p:cNvPicPr>
            <a:picLocks noChangeAspect="1"/>
          </p:cNvPicPr>
          <p:nvPr userDrawn="1"/>
        </p:nvPicPr>
        <p:blipFill>
          <a:blip r:embed="rId3">
            <a:alphaModFix amt="10000"/>
          </a:blip>
          <a:stretch>
            <a:fillRect/>
          </a:stretch>
        </p:blipFill>
        <p:spPr>
          <a:xfrm>
            <a:off x="-685800" y="-685800"/>
            <a:ext cx="6175094" cy="6175094"/>
          </a:xfrm>
          <a:prstGeom prst="rect">
            <a:avLst/>
          </a:prstGeom>
        </p:spPr>
      </p:pic>
    </p:spTree>
    <p:extLst>
      <p:ext uri="{BB962C8B-B14F-4D97-AF65-F5344CB8AC3E}">
        <p14:creationId xmlns:p14="http://schemas.microsoft.com/office/powerpoint/2010/main" val="3015255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9"/>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25A77A-971A-3244-890F-3B99F774724A}" type="slidenum">
              <a:rPr lang="en-US" smtClean="0"/>
              <a:t>‹#›</a:t>
            </a:fld>
            <a:endParaRPr lang="en-US"/>
          </a:p>
        </p:txBody>
      </p:sp>
    </p:spTree>
    <p:extLst>
      <p:ext uri="{BB962C8B-B14F-4D97-AF65-F5344CB8AC3E}">
        <p14:creationId xmlns:p14="http://schemas.microsoft.com/office/powerpoint/2010/main" val="3650925862"/>
      </p:ext>
    </p:extLst>
  </p:cSld>
  <p:clrMap bg1="lt1" tx1="dk1" bg2="lt2" tx2="dk2" accent1="accent1" accent2="accent2" accent3="accent3" accent4="accent4" accent5="accent5" accent6="accent6" hlink="hlink" folHlink="folHlink"/>
  <p:sldLayoutIdLst>
    <p:sldLayoutId id="2147483670" r:id="rId1"/>
    <p:sldLayoutId id="2147483662" r:id="rId2"/>
    <p:sldLayoutId id="2147483667" r:id="rId3"/>
    <p:sldLayoutId id="2147483660" r:id="rId4"/>
    <p:sldLayoutId id="2147483665" r:id="rId5"/>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17.jpeg"/><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3.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hyperlink" Target="https://www.nature.com/articles/s41598-025-08413-4" TargetMode="Externa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6E06235-B4A9-1445-B4B0-799FEB40F49A}"/>
              </a:ext>
            </a:extLst>
          </p:cNvPr>
          <p:cNvSpPr txBox="1">
            <a:spLocks noChangeArrowheads="1"/>
          </p:cNvSpPr>
          <p:nvPr/>
        </p:nvSpPr>
        <p:spPr>
          <a:xfrm>
            <a:off x="756213" y="691402"/>
            <a:ext cx="7362018" cy="1227635"/>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en-US" altLang="en-US" b="1" dirty="0">
                <a:solidFill>
                  <a:srgbClr val="FFFFFF"/>
                </a:solidFill>
                <a:latin typeface="Times New Roman" panose="02020603050405020304" pitchFamily="18" charset="0"/>
                <a:cs typeface="Times New Roman" panose="02020603050405020304" pitchFamily="18" charset="0"/>
              </a:rPr>
              <a:t>Image Recognition Systems</a:t>
            </a:r>
            <a:r>
              <a:rPr lang="en-US" altLang="en-US" dirty="0">
                <a:solidFill>
                  <a:srgbClr val="FFFFFF"/>
                </a:solidFill>
                <a:latin typeface="Times New Roman" panose="02020603050405020304" pitchFamily="18" charset="0"/>
                <a:cs typeface="Times New Roman" panose="02020603050405020304" pitchFamily="18" charset="0"/>
              </a:rPr>
              <a:t> </a:t>
            </a:r>
            <a:r>
              <a:rPr lang="en-US" altLang="en-US" b="1" dirty="0">
                <a:solidFill>
                  <a:srgbClr val="FFFFFF"/>
                </a:solidFill>
                <a:latin typeface="Times New Roman" panose="02020603050405020304" pitchFamily="18" charset="0"/>
                <a:cs typeface="Times New Roman" panose="02020603050405020304" pitchFamily="18" charset="0"/>
              </a:rPr>
              <a:t>using Osteoarthritis Classification Using Knee X-Rays</a:t>
            </a:r>
            <a:endParaRPr lang="en-US" altLang="en-US" b="1"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584F1C9-955B-F0A9-48EA-7418A5C60D43}"/>
              </a:ext>
            </a:extLst>
          </p:cNvPr>
          <p:cNvSpPr txBox="1"/>
          <p:nvPr/>
        </p:nvSpPr>
        <p:spPr>
          <a:xfrm>
            <a:off x="196403" y="5520267"/>
            <a:ext cx="2311008" cy="646331"/>
          </a:xfrm>
          <a:prstGeom prst="rect">
            <a:avLst/>
          </a:prstGeom>
          <a:noFill/>
        </p:spPr>
        <p:txBody>
          <a:bodyPr wrap="square">
            <a:spAutoFit/>
          </a:bodyPr>
          <a:lstStyle/>
          <a:p>
            <a:pPr marL="0" algn="l" rtl="0" eaLnBrk="1" latinLnBrk="0" hangingPunct="1"/>
            <a:r>
              <a:rPr lang="en-US" sz="1200" kern="1200" dirty="0">
                <a:solidFill>
                  <a:srgbClr val="000000"/>
                </a:solidFill>
                <a:effectLst/>
                <a:latin typeface="Times New Roman" panose="02020603050405020304" pitchFamily="18" charset="0"/>
                <a:cs typeface="Times New Roman" panose="02020603050405020304" pitchFamily="18" charset="0"/>
              </a:rPr>
              <a:t>By:</a:t>
            </a:r>
            <a:r>
              <a:rPr lang="en-US" sz="1200" dirty="0">
                <a:solidFill>
                  <a:srgbClr val="000000"/>
                </a:solidFill>
                <a:latin typeface="Times New Roman" panose="02020603050405020304" pitchFamily="18" charset="0"/>
                <a:cs typeface="Times New Roman" panose="02020603050405020304" pitchFamily="18" charset="0"/>
              </a:rPr>
              <a:t> </a:t>
            </a:r>
            <a:r>
              <a:rPr lang="en-US" sz="1200" kern="1200" dirty="0">
                <a:solidFill>
                  <a:srgbClr val="000000"/>
                </a:solidFill>
                <a:effectLst/>
                <a:latin typeface="Times New Roman" panose="02020603050405020304" pitchFamily="18" charset="0"/>
                <a:cs typeface="Times New Roman" panose="02020603050405020304" pitchFamily="18" charset="0"/>
              </a:rPr>
              <a:t>Vaibhav Jaiswal</a:t>
            </a:r>
            <a:endParaRPr lang="en-IN" dirty="0">
              <a:effectLst/>
              <a:latin typeface="Times New Roman" panose="02020603050405020304" pitchFamily="18" charset="0"/>
              <a:cs typeface="Times New Roman" panose="02020603050405020304" pitchFamily="18" charset="0"/>
            </a:endParaRPr>
          </a:p>
          <a:p>
            <a:pPr marL="0" algn="l" rtl="0" eaLnBrk="1" latinLnBrk="0" hangingPunct="1"/>
            <a:r>
              <a:rPr lang="en-US" sz="1200" kern="1200" dirty="0">
                <a:solidFill>
                  <a:srgbClr val="000000"/>
                </a:solidFill>
                <a:effectLst/>
                <a:latin typeface="Times New Roman" panose="02020603050405020304" pitchFamily="18" charset="0"/>
                <a:cs typeface="Times New Roman" panose="02020603050405020304" pitchFamily="18" charset="0"/>
              </a:rPr>
              <a:t>Date: </a:t>
            </a:r>
            <a:r>
              <a:rPr lang="en-US" sz="1200" dirty="0">
                <a:solidFill>
                  <a:srgbClr val="000000"/>
                </a:solidFill>
                <a:latin typeface="Times New Roman" panose="02020603050405020304" pitchFamily="18" charset="0"/>
                <a:cs typeface="Times New Roman" panose="02020603050405020304" pitchFamily="18" charset="0"/>
              </a:rPr>
              <a:t>17</a:t>
            </a:r>
            <a:r>
              <a:rPr lang="en-US" sz="1200" kern="1200" dirty="0">
                <a:solidFill>
                  <a:srgbClr val="000000"/>
                </a:solidFill>
                <a:effectLst/>
                <a:latin typeface="Times New Roman" panose="02020603050405020304" pitchFamily="18" charset="0"/>
                <a:cs typeface="Times New Roman" panose="02020603050405020304" pitchFamily="18" charset="0"/>
              </a:rPr>
              <a:t>-10-2025</a:t>
            </a:r>
            <a:endParaRPr lang="en-IN" dirty="0">
              <a:effectLst/>
              <a:latin typeface="Times New Roman" panose="02020603050405020304" pitchFamily="18" charset="0"/>
              <a:cs typeface="Times New Roman" panose="02020603050405020304" pitchFamily="18" charset="0"/>
            </a:endParaRPr>
          </a:p>
          <a:p>
            <a:pPr marL="0" algn="l" rtl="0" eaLnBrk="1" latinLnBrk="0" hangingPunct="1"/>
            <a:r>
              <a:rPr lang="it-IT" sz="1200" kern="1200" dirty="0">
                <a:solidFill>
                  <a:srgbClr val="000000"/>
                </a:solidFill>
                <a:effectLst/>
                <a:latin typeface="Times New Roman" panose="02020603050405020304" pitchFamily="18" charset="0"/>
                <a:cs typeface="Times New Roman" panose="02020603050405020304" pitchFamily="18" charset="0"/>
              </a:rPr>
              <a:t>CS_666_00</a:t>
            </a:r>
            <a:r>
              <a:rPr lang="it-IT" sz="1200" dirty="0">
                <a:solidFill>
                  <a:srgbClr val="000000"/>
                </a:solidFill>
                <a:latin typeface="Times New Roman" panose="02020603050405020304" pitchFamily="18" charset="0"/>
                <a:cs typeface="Times New Roman" panose="02020603050405020304" pitchFamily="18" charset="0"/>
              </a:rPr>
              <a:t>3</a:t>
            </a:r>
            <a:r>
              <a:rPr lang="it-IT" sz="1200" kern="1200" dirty="0">
                <a:solidFill>
                  <a:srgbClr val="000000"/>
                </a:solidFill>
                <a:effectLst/>
                <a:latin typeface="Times New Roman" panose="02020603050405020304" pitchFamily="18" charset="0"/>
                <a:cs typeface="Times New Roman" panose="02020603050405020304" pitchFamily="18" charset="0"/>
              </a:rPr>
              <a:t>_BK_</a:t>
            </a:r>
            <a:r>
              <a:rPr lang="it-IT" sz="1200" dirty="0">
                <a:solidFill>
                  <a:srgbClr val="000000"/>
                </a:solidFill>
                <a:latin typeface="Times New Roman" panose="02020603050405020304" pitchFamily="18" charset="0"/>
                <a:cs typeface="Times New Roman" panose="02020603050405020304" pitchFamily="18" charset="0"/>
              </a:rPr>
              <a:t>FALL</a:t>
            </a:r>
            <a:r>
              <a:rPr lang="it-IT" sz="1200" kern="1200" dirty="0">
                <a:solidFill>
                  <a:srgbClr val="000000"/>
                </a:solidFill>
                <a:effectLst/>
                <a:latin typeface="Times New Roman" panose="02020603050405020304" pitchFamily="18" charset="0"/>
                <a:cs typeface="Times New Roman" panose="02020603050405020304" pitchFamily="18" charset="0"/>
              </a:rPr>
              <a:t>2025</a:t>
            </a:r>
            <a:endParaRPr lang="en-IN" dirty="0">
              <a:effectLst/>
              <a:latin typeface="Times New Roman" panose="02020603050405020304" pitchFamily="18" charset="0"/>
              <a:cs typeface="Times New Roman" panose="02020603050405020304" pitchFamily="18" charset="0"/>
            </a:endParaRPr>
          </a:p>
        </p:txBody>
      </p:sp>
      <p:pic>
        <p:nvPicPr>
          <p:cNvPr id="1026" name="Picture 2" descr="Imaging of Musculoskeletal Disorders ...">
            <a:extLst>
              <a:ext uri="{FF2B5EF4-FFF2-40B4-BE49-F238E27FC236}">
                <a16:creationId xmlns:a16="http://schemas.microsoft.com/office/drawing/2014/main" id="{1D6056CA-564A-633E-02EE-C9AA34E772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8950" y="2891367"/>
            <a:ext cx="6134100" cy="3025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7590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C8CBDB-C241-4C9B-9B12-C17CD5A4772E}"/>
              </a:ext>
            </a:extLst>
          </p:cNvPr>
          <p:cNvSpPr>
            <a:spLocks noGrp="1"/>
          </p:cNvSpPr>
          <p:nvPr>
            <p:ph type="sldNum" sz="quarter" idx="12"/>
          </p:nvPr>
        </p:nvSpPr>
        <p:spPr>
          <a:xfrm>
            <a:off x="6457950" y="6356351"/>
            <a:ext cx="2057400" cy="365125"/>
          </a:xfrm>
        </p:spPr>
        <p:txBody>
          <a:bodyPr vert="horz" lIns="91440" tIns="45720" rIns="91440" bIns="45720" rtlCol="0" anchor="ctr">
            <a:normAutofit/>
          </a:bodyPr>
          <a:lstStyle/>
          <a:p>
            <a:pPr>
              <a:spcAft>
                <a:spcPts val="600"/>
              </a:spcAft>
            </a:pPr>
            <a:fld id="{1825A77A-971A-3244-890F-3B99F774724A}" type="slidenum">
              <a:rPr lang="en-US" smtClean="0"/>
              <a:pPr>
                <a:spcAft>
                  <a:spcPts val="600"/>
                </a:spcAft>
              </a:pPr>
              <a:t>2</a:t>
            </a:fld>
            <a:endParaRPr lang="en-US"/>
          </a:p>
        </p:txBody>
      </p:sp>
      <p:sp>
        <p:nvSpPr>
          <p:cNvPr id="5" name="Rectangle 2">
            <a:extLst>
              <a:ext uri="{FF2B5EF4-FFF2-40B4-BE49-F238E27FC236}">
                <a16:creationId xmlns:a16="http://schemas.microsoft.com/office/drawing/2014/main" id="{69684B8B-43FC-324A-B112-F515B802157A}"/>
              </a:ext>
            </a:extLst>
          </p:cNvPr>
          <p:cNvSpPr txBox="1">
            <a:spLocks noChangeArrowheads="1"/>
          </p:cNvSpPr>
          <p:nvPr/>
        </p:nvSpPr>
        <p:spPr>
          <a:xfrm>
            <a:off x="628650" y="-1663699"/>
            <a:ext cx="7886700" cy="42224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914377">
              <a:spcAft>
                <a:spcPts val="600"/>
              </a:spcAft>
            </a:pPr>
            <a:r>
              <a:rPr lang="en-US" altLang="en-US" b="1" kern="1200" dirty="0">
                <a:solidFill>
                  <a:schemeClr val="bg1"/>
                </a:solidFill>
                <a:latin typeface="Times New Roman" panose="02020603050405020304" pitchFamily="18" charset="0"/>
                <a:cs typeface="Times New Roman" panose="02020603050405020304" pitchFamily="18" charset="0"/>
              </a:rPr>
              <a:t>Outlines</a:t>
            </a:r>
            <a:r>
              <a:rPr lang="en-US" altLang="en-US" b="1" kern="1200" dirty="0">
                <a:solidFill>
                  <a:schemeClr val="bg1"/>
                </a:solidFill>
                <a:latin typeface="+mj-lt"/>
                <a:ea typeface="+mj-ea"/>
                <a:cs typeface="+mj-cs"/>
              </a:rPr>
              <a:t> </a:t>
            </a:r>
          </a:p>
        </p:txBody>
      </p:sp>
      <p:graphicFrame>
        <p:nvGraphicFramePr>
          <p:cNvPr id="8" name="Content Placeholder 3">
            <a:extLst>
              <a:ext uri="{FF2B5EF4-FFF2-40B4-BE49-F238E27FC236}">
                <a16:creationId xmlns:a16="http://schemas.microsoft.com/office/drawing/2014/main" id="{20A01E7A-16F0-0541-0C95-C0C668A4BEE3}"/>
              </a:ext>
            </a:extLst>
          </p:cNvPr>
          <p:cNvGraphicFramePr>
            <a:graphicFrameLocks noGrp="1"/>
          </p:cNvGraphicFramePr>
          <p:nvPr>
            <p:ph sz="half" idx="1"/>
            <p:extLst>
              <p:ext uri="{D42A27DB-BD31-4B8C-83A1-F6EECF244321}">
                <p14:modId xmlns:p14="http://schemas.microsoft.com/office/powerpoint/2010/main" val="2547053400"/>
              </p:ext>
            </p:extLst>
          </p:nvPr>
        </p:nvGraphicFramePr>
        <p:xfrm>
          <a:off x="628650" y="1524000"/>
          <a:ext cx="7886700" cy="4356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75918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608BD0-994E-4EA0-A0B0-4FC8DE3010F6}"/>
              </a:ext>
            </a:extLst>
          </p:cNvPr>
          <p:cNvSpPr>
            <a:spLocks noGrp="1"/>
          </p:cNvSpPr>
          <p:nvPr>
            <p:ph type="sldNum" sz="quarter" idx="12"/>
          </p:nvPr>
        </p:nvSpPr>
        <p:spPr>
          <a:xfrm>
            <a:off x="6457950" y="6356351"/>
            <a:ext cx="2057400" cy="365125"/>
          </a:xfrm>
        </p:spPr>
        <p:txBody>
          <a:bodyPr vert="horz" lIns="91440" tIns="45720" rIns="91440" bIns="45720" rtlCol="0" anchor="ctr">
            <a:normAutofit/>
          </a:bodyPr>
          <a:lstStyle/>
          <a:p>
            <a:pPr>
              <a:spcAft>
                <a:spcPts val="600"/>
              </a:spcAft>
            </a:pPr>
            <a:fld id="{1825A77A-971A-3244-890F-3B99F774724A}" type="slidenum">
              <a:rPr lang="en-US" smtClean="0"/>
              <a:pPr>
                <a:spcAft>
                  <a:spcPts val="600"/>
                </a:spcAft>
              </a:pPr>
              <a:t>3</a:t>
            </a:fld>
            <a:endParaRPr lang="en-US"/>
          </a:p>
        </p:txBody>
      </p:sp>
      <p:sp>
        <p:nvSpPr>
          <p:cNvPr id="5" name="Rectangle 2">
            <a:extLst>
              <a:ext uri="{FF2B5EF4-FFF2-40B4-BE49-F238E27FC236}">
                <a16:creationId xmlns:a16="http://schemas.microsoft.com/office/drawing/2014/main" id="{69684B8B-43FC-324A-B112-F515B802157A}"/>
              </a:ext>
            </a:extLst>
          </p:cNvPr>
          <p:cNvSpPr txBox="1">
            <a:spLocks noChangeArrowheads="1"/>
          </p:cNvSpPr>
          <p:nvPr/>
        </p:nvSpPr>
        <p:spPr>
          <a:xfrm>
            <a:off x="628650" y="-151131"/>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914377">
              <a:spcAft>
                <a:spcPts val="600"/>
              </a:spcAft>
            </a:pPr>
            <a:r>
              <a:rPr lang="en-US" altLang="en-US" b="1" kern="1200" dirty="0">
                <a:solidFill>
                  <a:schemeClr val="bg1"/>
                </a:solidFill>
                <a:latin typeface="Times New Roman" panose="02020603050405020304" pitchFamily="18" charset="0"/>
                <a:cs typeface="Times New Roman" panose="02020603050405020304" pitchFamily="18" charset="0"/>
              </a:rPr>
              <a:t>INTRODUCTION</a:t>
            </a:r>
          </a:p>
        </p:txBody>
      </p:sp>
      <p:graphicFrame>
        <p:nvGraphicFramePr>
          <p:cNvPr id="7" name="Content Placeholder 2">
            <a:extLst>
              <a:ext uri="{FF2B5EF4-FFF2-40B4-BE49-F238E27FC236}">
                <a16:creationId xmlns:a16="http://schemas.microsoft.com/office/drawing/2014/main" id="{144A18C9-59FA-8AF6-FD5F-D88BFB08544B}"/>
              </a:ext>
            </a:extLst>
          </p:cNvPr>
          <p:cNvGraphicFramePr>
            <a:graphicFrameLocks noGrp="1"/>
          </p:cNvGraphicFramePr>
          <p:nvPr>
            <p:ph sz="half" idx="1"/>
            <p:extLst>
              <p:ext uri="{D42A27DB-BD31-4B8C-83A1-F6EECF244321}">
                <p14:modId xmlns:p14="http://schemas.microsoft.com/office/powerpoint/2010/main" val="2473330733"/>
              </p:ext>
            </p:extLst>
          </p:nvPr>
        </p:nvGraphicFramePr>
        <p:xfrm>
          <a:off x="628650" y="1403350"/>
          <a:ext cx="7886700" cy="47670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24884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F13B53-3C52-41FD-87EB-9108EC99222B}"/>
              </a:ext>
            </a:extLst>
          </p:cNvPr>
          <p:cNvSpPr>
            <a:spLocks noGrp="1"/>
          </p:cNvSpPr>
          <p:nvPr>
            <p:ph type="sldNum" sz="quarter" idx="12"/>
          </p:nvPr>
        </p:nvSpPr>
        <p:spPr>
          <a:xfrm>
            <a:off x="6457950" y="6356351"/>
            <a:ext cx="2057400" cy="365125"/>
          </a:xfrm>
        </p:spPr>
        <p:txBody>
          <a:bodyPr vert="horz" lIns="91440" tIns="45720" rIns="91440" bIns="45720" rtlCol="0" anchor="ctr">
            <a:normAutofit/>
          </a:bodyPr>
          <a:lstStyle/>
          <a:p>
            <a:pPr>
              <a:spcAft>
                <a:spcPts val="600"/>
              </a:spcAft>
            </a:pPr>
            <a:fld id="{1825A77A-971A-3244-890F-3B99F774724A}" type="slidenum">
              <a:rPr lang="en-US" smtClean="0"/>
              <a:pPr>
                <a:spcAft>
                  <a:spcPts val="600"/>
                </a:spcAft>
              </a:pPr>
              <a:t>4</a:t>
            </a:fld>
            <a:endParaRPr lang="en-US"/>
          </a:p>
        </p:txBody>
      </p:sp>
      <p:sp>
        <p:nvSpPr>
          <p:cNvPr id="4" name="Rectangle 2">
            <a:extLst>
              <a:ext uri="{FF2B5EF4-FFF2-40B4-BE49-F238E27FC236}">
                <a16:creationId xmlns:a16="http://schemas.microsoft.com/office/drawing/2014/main" id="{03C476EA-0E49-6541-BE5E-4D9CDA48CDD2}"/>
              </a:ext>
            </a:extLst>
          </p:cNvPr>
          <p:cNvSpPr txBox="1">
            <a:spLocks noChangeArrowheads="1"/>
          </p:cNvSpPr>
          <p:nvPr/>
        </p:nvSpPr>
        <p:spPr>
          <a:xfrm>
            <a:off x="628650" y="-163831"/>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914377">
              <a:spcAft>
                <a:spcPts val="600"/>
              </a:spcAft>
            </a:pPr>
            <a:r>
              <a:rPr lang="en-US" altLang="en-US" b="1" kern="1200" dirty="0">
                <a:solidFill>
                  <a:schemeClr val="bg1"/>
                </a:solidFill>
                <a:latin typeface="Times New Roman" panose="02020603050405020304" pitchFamily="18" charset="0"/>
                <a:cs typeface="Times New Roman" panose="02020603050405020304" pitchFamily="18" charset="0"/>
              </a:rPr>
              <a:t>APPLICATION</a:t>
            </a:r>
          </a:p>
        </p:txBody>
      </p:sp>
      <p:graphicFrame>
        <p:nvGraphicFramePr>
          <p:cNvPr id="6" name="Content Placeholder 2">
            <a:extLst>
              <a:ext uri="{FF2B5EF4-FFF2-40B4-BE49-F238E27FC236}">
                <a16:creationId xmlns:a16="http://schemas.microsoft.com/office/drawing/2014/main" id="{FF25A9FF-F95E-3884-79EC-E442FF0F69A5}"/>
              </a:ext>
            </a:extLst>
          </p:cNvPr>
          <p:cNvGraphicFramePr>
            <a:graphicFrameLocks noGrp="1"/>
          </p:cNvGraphicFramePr>
          <p:nvPr>
            <p:ph sz="half" idx="1"/>
            <p:extLst>
              <p:ext uri="{D42A27DB-BD31-4B8C-83A1-F6EECF244321}">
                <p14:modId xmlns:p14="http://schemas.microsoft.com/office/powerpoint/2010/main" val="1203735752"/>
              </p:ext>
            </p:extLst>
          </p:nvPr>
        </p:nvGraphicFramePr>
        <p:xfrm>
          <a:off x="628650" y="1306286"/>
          <a:ext cx="7886700" cy="48641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57677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A25F69-B399-59F4-7120-0DE2FB35F41E}"/>
              </a:ext>
            </a:extLst>
          </p:cNvPr>
          <p:cNvSpPr>
            <a:spLocks noGrp="1"/>
          </p:cNvSpPr>
          <p:nvPr>
            <p:ph type="sldNum" sz="quarter" idx="12"/>
          </p:nvPr>
        </p:nvSpPr>
        <p:spPr>
          <a:xfrm>
            <a:off x="6457950" y="6356351"/>
            <a:ext cx="2057400" cy="365125"/>
          </a:xfrm>
        </p:spPr>
        <p:txBody>
          <a:bodyPr anchor="ctr">
            <a:normAutofit/>
          </a:bodyPr>
          <a:lstStyle/>
          <a:p>
            <a:pPr>
              <a:spcAft>
                <a:spcPts val="600"/>
              </a:spcAft>
            </a:pPr>
            <a:fld id="{1825A77A-971A-3244-890F-3B99F774724A}" type="slidenum">
              <a:rPr lang="en-US" smtClean="0"/>
              <a:pPr>
                <a:spcAft>
                  <a:spcPts val="600"/>
                </a:spcAft>
              </a:pPr>
              <a:t>5</a:t>
            </a:fld>
            <a:endParaRPr lang="en-US"/>
          </a:p>
        </p:txBody>
      </p:sp>
      <p:sp>
        <p:nvSpPr>
          <p:cNvPr id="3" name="Title 2">
            <a:extLst>
              <a:ext uri="{FF2B5EF4-FFF2-40B4-BE49-F238E27FC236}">
                <a16:creationId xmlns:a16="http://schemas.microsoft.com/office/drawing/2014/main" id="{9EB7EE43-3C74-D1FC-C7E4-1545FBB237B2}"/>
              </a:ext>
            </a:extLst>
          </p:cNvPr>
          <p:cNvSpPr>
            <a:spLocks noGrp="1"/>
          </p:cNvSpPr>
          <p:nvPr>
            <p:ph type="title"/>
          </p:nvPr>
        </p:nvSpPr>
        <p:spPr>
          <a:xfrm>
            <a:off x="628650" y="-1555749"/>
            <a:ext cx="7886700" cy="4114482"/>
          </a:xfrm>
        </p:spPr>
        <p:txBody>
          <a:bodyPr anchor="ctr">
            <a:normAutofit/>
          </a:bodyPr>
          <a:lstStyle/>
          <a:p>
            <a:r>
              <a:rPr lang="en-IN" dirty="0">
                <a:solidFill>
                  <a:schemeClr val="bg1"/>
                </a:solidFill>
                <a:latin typeface="Times New Roman" panose="02020603050405020304" pitchFamily="18" charset="0"/>
                <a:cs typeface="Times New Roman" panose="02020603050405020304" pitchFamily="18" charset="0"/>
              </a:rPr>
              <a:t>Classification of Osteoarthritis</a:t>
            </a:r>
          </a:p>
        </p:txBody>
      </p:sp>
      <p:graphicFrame>
        <p:nvGraphicFramePr>
          <p:cNvPr id="6" name="Content Placeholder 3">
            <a:extLst>
              <a:ext uri="{FF2B5EF4-FFF2-40B4-BE49-F238E27FC236}">
                <a16:creationId xmlns:a16="http://schemas.microsoft.com/office/drawing/2014/main" id="{5A74BDAC-E128-F4A5-AFDC-C7CEE7FA22E7}"/>
              </a:ext>
            </a:extLst>
          </p:cNvPr>
          <p:cNvGraphicFramePr>
            <a:graphicFrameLocks noGrp="1"/>
          </p:cNvGraphicFramePr>
          <p:nvPr>
            <p:ph sz="half" idx="1"/>
            <p:extLst>
              <p:ext uri="{D42A27DB-BD31-4B8C-83A1-F6EECF244321}">
                <p14:modId xmlns:p14="http://schemas.microsoft.com/office/powerpoint/2010/main" val="2793151780"/>
              </p:ext>
            </p:extLst>
          </p:nvPr>
        </p:nvGraphicFramePr>
        <p:xfrm>
          <a:off x="628650" y="2952750"/>
          <a:ext cx="7886700" cy="3556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052" name="Picture 4" descr="automated osteoarthritis grading ...">
            <a:extLst>
              <a:ext uri="{FF2B5EF4-FFF2-40B4-BE49-F238E27FC236}">
                <a16:creationId xmlns:a16="http://schemas.microsoft.com/office/drawing/2014/main" id="{8BC1A7AA-076E-CBC3-E9BC-3C88DB4604C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8650" y="1154113"/>
            <a:ext cx="7715250" cy="15775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0139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885912-8FC9-4054-A0FC-DF8FEDA22A96}"/>
              </a:ext>
            </a:extLst>
          </p:cNvPr>
          <p:cNvSpPr>
            <a:spLocks noGrp="1"/>
          </p:cNvSpPr>
          <p:nvPr>
            <p:ph type="sldNum" sz="quarter" idx="12"/>
          </p:nvPr>
        </p:nvSpPr>
        <p:spPr>
          <a:xfrm>
            <a:off x="6457950" y="6356351"/>
            <a:ext cx="2057400" cy="365125"/>
          </a:xfrm>
        </p:spPr>
        <p:txBody>
          <a:bodyPr vert="horz" lIns="91440" tIns="45720" rIns="91440" bIns="45720" rtlCol="0" anchor="ctr">
            <a:normAutofit/>
          </a:bodyPr>
          <a:lstStyle/>
          <a:p>
            <a:pPr>
              <a:spcAft>
                <a:spcPts val="600"/>
              </a:spcAft>
            </a:pPr>
            <a:fld id="{1825A77A-971A-3244-890F-3B99F774724A}" type="slidenum">
              <a:rPr lang="en-US" smtClean="0"/>
              <a:pPr>
                <a:spcAft>
                  <a:spcPts val="600"/>
                </a:spcAft>
              </a:pPr>
              <a:t>6</a:t>
            </a:fld>
            <a:endParaRPr lang="en-US"/>
          </a:p>
        </p:txBody>
      </p:sp>
      <p:sp>
        <p:nvSpPr>
          <p:cNvPr id="7" name="Rectangle 2">
            <a:extLst>
              <a:ext uri="{FF2B5EF4-FFF2-40B4-BE49-F238E27FC236}">
                <a16:creationId xmlns:a16="http://schemas.microsoft.com/office/drawing/2014/main" id="{624C1200-80BB-1D4D-8DF7-28BFE7F023B4}"/>
              </a:ext>
            </a:extLst>
          </p:cNvPr>
          <p:cNvSpPr txBox="1">
            <a:spLocks noChangeArrowheads="1"/>
          </p:cNvSpPr>
          <p:nvPr/>
        </p:nvSpPr>
        <p:spPr>
          <a:xfrm>
            <a:off x="628650" y="-138431"/>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914377">
              <a:spcAft>
                <a:spcPts val="600"/>
              </a:spcAft>
            </a:pPr>
            <a:r>
              <a:rPr lang="en-US" altLang="en-US" b="1" kern="1200" dirty="0">
                <a:solidFill>
                  <a:schemeClr val="bg1"/>
                </a:solidFill>
                <a:latin typeface="Times New Roman" panose="02020603050405020304" pitchFamily="18" charset="0"/>
                <a:cs typeface="Times New Roman" panose="02020603050405020304" pitchFamily="18" charset="0"/>
              </a:rPr>
              <a:t>LITERATURE REVIEW</a:t>
            </a:r>
          </a:p>
        </p:txBody>
      </p:sp>
      <p:graphicFrame>
        <p:nvGraphicFramePr>
          <p:cNvPr id="17" name="Text Placeholder 14">
            <a:extLst>
              <a:ext uri="{FF2B5EF4-FFF2-40B4-BE49-F238E27FC236}">
                <a16:creationId xmlns:a16="http://schemas.microsoft.com/office/drawing/2014/main" id="{269080E8-282A-AC29-DB48-2AA7BF12B630}"/>
              </a:ext>
            </a:extLst>
          </p:cNvPr>
          <p:cNvGraphicFramePr/>
          <p:nvPr>
            <p:extLst>
              <p:ext uri="{D42A27DB-BD31-4B8C-83A1-F6EECF244321}">
                <p14:modId xmlns:p14="http://schemas.microsoft.com/office/powerpoint/2010/main" val="3678778066"/>
              </p:ext>
            </p:extLst>
          </p:nvPr>
        </p:nvGraphicFramePr>
        <p:xfrm>
          <a:off x="628650" y="1625600"/>
          <a:ext cx="7886700" cy="45447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80750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C50743A-09CD-414F-8C62-1F7818E595C8}"/>
              </a:ext>
            </a:extLst>
          </p:cNvPr>
          <p:cNvSpPr>
            <a:spLocks noGrp="1"/>
          </p:cNvSpPr>
          <p:nvPr>
            <p:ph type="sldNum" sz="quarter" idx="12"/>
          </p:nvPr>
        </p:nvSpPr>
        <p:spPr/>
        <p:txBody>
          <a:bodyPr/>
          <a:lstStyle/>
          <a:p>
            <a:fld id="{1825A77A-971A-3244-890F-3B99F774724A}" type="slidenum">
              <a:rPr lang="en-US" smtClean="0"/>
              <a:pPr/>
              <a:t>7</a:t>
            </a:fld>
            <a:endParaRPr lang="en-US" dirty="0"/>
          </a:p>
        </p:txBody>
      </p:sp>
      <p:sp>
        <p:nvSpPr>
          <p:cNvPr id="6" name="Content Placeholder 5">
            <a:extLst>
              <a:ext uri="{FF2B5EF4-FFF2-40B4-BE49-F238E27FC236}">
                <a16:creationId xmlns:a16="http://schemas.microsoft.com/office/drawing/2014/main" id="{121A61DF-FFA6-4A49-9806-53C995A22677}"/>
              </a:ext>
            </a:extLst>
          </p:cNvPr>
          <p:cNvSpPr>
            <a:spLocks noGrp="1"/>
          </p:cNvSpPr>
          <p:nvPr>
            <p:ph sz="half" idx="1"/>
          </p:nvPr>
        </p:nvSpPr>
        <p:spPr>
          <a:xfrm>
            <a:off x="536635" y="1233438"/>
            <a:ext cx="7886700" cy="3476724"/>
          </a:xfrm>
        </p:spPr>
        <p:txBody>
          <a:bodyPr>
            <a:noAutofit/>
          </a:bodyPr>
          <a:lstStyle/>
          <a:p>
            <a:pPr marL="0" indent="0" algn="just">
              <a:buNone/>
            </a:pPr>
            <a:r>
              <a:rPr lang="en-US" sz="1400" b="1" dirty="0">
                <a:latin typeface="Times New Roman" panose="02020603050405020304" pitchFamily="18" charset="0"/>
                <a:cs typeface="Times New Roman" panose="02020603050405020304" pitchFamily="18" charset="0"/>
              </a:rPr>
              <a:t>Paper-1</a:t>
            </a:r>
            <a:r>
              <a:rPr lang="en-US" sz="1400" dirty="0">
                <a:latin typeface="Times New Roman" panose="02020603050405020304" pitchFamily="18" charset="0"/>
                <a:cs typeface="Times New Roman" panose="02020603050405020304" pitchFamily="18" charset="0"/>
              </a:rPr>
              <a:t>:</a:t>
            </a:r>
          </a:p>
          <a:p>
            <a:pPr marL="0" indent="0" algn="just">
              <a:buNone/>
            </a:pPr>
            <a:r>
              <a:rPr lang="en-US" sz="1400" dirty="0">
                <a:latin typeface="Times New Roman" panose="02020603050405020304" pitchFamily="18" charset="0"/>
                <a:cs typeface="Times New Roman" panose="02020603050405020304" pitchFamily="18" charset="0"/>
              </a:rPr>
              <a:t>This study proposes a YOLO-based deep learning model to detect knee osteoarthritis (KOA) from X-ray images, employing a Minkowski distance loss function to enhance classification accuracy. The model was trained to localize joint regions and classify them into the five Kellgren-Lawrence grades. The model achieved over 90% accuracy on the test set, outperforming traditional methods in both localization and detection. Future work could involve integrating multi-modal imaging (e.g., MRI) to further improve model robustness and extend its use across different KOA stages, particularly focusing on severe cases.</a:t>
            </a:r>
          </a:p>
          <a:p>
            <a:pPr marL="0" indent="0">
              <a:buNone/>
            </a:pPr>
            <a:r>
              <a:rPr lang="en-US" sz="1400" b="1" dirty="0">
                <a:latin typeface="Times New Roman" panose="02020603050405020304" pitchFamily="18" charset="0"/>
                <a:cs typeface="Times New Roman" panose="02020603050405020304" pitchFamily="18" charset="0"/>
              </a:rPr>
              <a:t>Paper-2</a:t>
            </a:r>
            <a:r>
              <a:rPr lang="en-US" sz="1400" dirty="0">
                <a:latin typeface="Times New Roman" panose="02020603050405020304" pitchFamily="18" charset="0"/>
                <a:cs typeface="Times New Roman" panose="02020603050405020304" pitchFamily="18" charset="0"/>
              </a:rPr>
              <a:t>:</a:t>
            </a:r>
          </a:p>
          <a:p>
            <a:pPr marL="0" indent="0" algn="just">
              <a:buNone/>
            </a:pPr>
            <a:r>
              <a:rPr lang="en-US" sz="1400" dirty="0">
                <a:latin typeface="Times New Roman" panose="02020603050405020304" pitchFamily="18" charset="0"/>
                <a:cs typeface="Times New Roman" panose="02020603050405020304" pitchFamily="18" charset="0"/>
              </a:rPr>
              <a:t>This paper utilizes a CNN-based deep learning model to automatically grade KOA severity based on the Kellgren-Lawrence scale, comparing the model's performance with four radiologists. The model achieved an 88% overall accuracy, surpassing the radiologists in diagnosing the more severe grades (3 and 4), with a sensitivity of 92%. Future improvements could involve multi-center validation to evaluate the model’s generalizability across different patient demographics and imaging conditions, as well as the development of an AI-assisted decision support system for real-time clinical use.</a:t>
            </a:r>
          </a:p>
          <a:p>
            <a:pPr marL="0" indent="0">
              <a:buNone/>
            </a:pPr>
            <a:r>
              <a:rPr lang="en-US" sz="1400" b="1" dirty="0">
                <a:latin typeface="Times New Roman" panose="02020603050405020304" pitchFamily="18" charset="0"/>
                <a:cs typeface="Times New Roman" panose="02020603050405020304" pitchFamily="18" charset="0"/>
              </a:rPr>
              <a:t>Paper-3</a:t>
            </a:r>
            <a:r>
              <a:rPr lang="en-US" sz="1400" dirty="0">
                <a:latin typeface="Times New Roman" panose="02020603050405020304" pitchFamily="18" charset="0"/>
                <a:cs typeface="Times New Roman" panose="02020603050405020304" pitchFamily="18" charset="0"/>
              </a:rPr>
              <a:t>:</a:t>
            </a:r>
          </a:p>
          <a:p>
            <a:pPr marL="0" indent="0" algn="just">
              <a:buNone/>
            </a:pPr>
            <a:r>
              <a:rPr lang="en-US" sz="1400" dirty="0">
                <a:latin typeface="Times New Roman" panose="02020603050405020304" pitchFamily="18" charset="0"/>
                <a:cs typeface="Times New Roman" panose="02020603050405020304" pitchFamily="18" charset="0"/>
              </a:rPr>
              <a:t>In this work, a hierarchical classification approach is used to assess KOA severity from X-ray images. The model employs multi-stage learning to progressively refine the classification from basic image preprocessing to detailed analysis of joint space narrowing, osteophyte formation, and subchondral sclerosis. Achieving around 90% classification accuracy, the model effectively distinguishes between moderate and severe KOA. Future research could enhance the model's performance by incorporating 3D imaging and longitudinal data to predict the progression of KOA over time and improve diagnostic reliability across various imaging sources.</a:t>
            </a:r>
          </a:p>
        </p:txBody>
      </p:sp>
      <p:sp>
        <p:nvSpPr>
          <p:cNvPr id="5" name="TextBox 4">
            <a:extLst>
              <a:ext uri="{FF2B5EF4-FFF2-40B4-BE49-F238E27FC236}">
                <a16:creationId xmlns:a16="http://schemas.microsoft.com/office/drawing/2014/main" id="{BED9098E-5BEC-EE4C-91E9-41A1CB5F73B3}"/>
              </a:ext>
            </a:extLst>
          </p:cNvPr>
          <p:cNvSpPr txBox="1"/>
          <p:nvPr/>
        </p:nvSpPr>
        <p:spPr>
          <a:xfrm>
            <a:off x="3200401" y="2971800"/>
            <a:ext cx="184731" cy="248209"/>
          </a:xfrm>
          <a:prstGeom prst="rect">
            <a:avLst/>
          </a:prstGeom>
          <a:noFill/>
        </p:spPr>
        <p:txBody>
          <a:bodyPr wrap="none" rtlCol="0">
            <a:spAutoFit/>
          </a:bodyPr>
          <a:lstStyle/>
          <a:p>
            <a:endParaRPr lang="en-US" sz="1013" dirty="0"/>
          </a:p>
        </p:txBody>
      </p:sp>
      <p:sp>
        <p:nvSpPr>
          <p:cNvPr id="15" name="Rectangle 2">
            <a:extLst>
              <a:ext uri="{FF2B5EF4-FFF2-40B4-BE49-F238E27FC236}">
                <a16:creationId xmlns:a16="http://schemas.microsoft.com/office/drawing/2014/main" id="{5A592D5E-3BD8-EC4C-BD33-D0A1D81B4F74}"/>
              </a:ext>
            </a:extLst>
          </p:cNvPr>
          <p:cNvSpPr txBox="1">
            <a:spLocks noChangeArrowheads="1"/>
          </p:cNvSpPr>
          <p:nvPr/>
        </p:nvSpPr>
        <p:spPr>
          <a:xfrm>
            <a:off x="628650" y="30063"/>
            <a:ext cx="6536079" cy="870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dirty="0">
                <a:solidFill>
                  <a:schemeClr val="bg1"/>
                </a:solidFill>
                <a:latin typeface="Times New Roman" panose="02020603050405020304" pitchFamily="18" charset="0"/>
                <a:cs typeface="Times New Roman" panose="02020603050405020304" pitchFamily="18" charset="0"/>
              </a:rPr>
              <a:t>LITERATURE REVIEW RESULTS</a:t>
            </a:r>
          </a:p>
        </p:txBody>
      </p:sp>
    </p:spTree>
    <p:extLst>
      <p:ext uri="{BB962C8B-B14F-4D97-AF65-F5344CB8AC3E}">
        <p14:creationId xmlns:p14="http://schemas.microsoft.com/office/powerpoint/2010/main" val="899697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3CE44-2F12-5A54-4BEE-C28654A57F4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BD5920-1A16-6199-BB38-30A1E2D698D6}"/>
              </a:ext>
            </a:extLst>
          </p:cNvPr>
          <p:cNvSpPr>
            <a:spLocks noGrp="1"/>
          </p:cNvSpPr>
          <p:nvPr>
            <p:ph type="sldNum" sz="quarter" idx="12"/>
          </p:nvPr>
        </p:nvSpPr>
        <p:spPr/>
        <p:txBody>
          <a:bodyPr/>
          <a:lstStyle/>
          <a:p>
            <a:fld id="{1825A77A-971A-3244-890F-3B99F774724A}" type="slidenum">
              <a:rPr lang="en-US" smtClean="0"/>
              <a:pPr/>
              <a:t>8</a:t>
            </a:fld>
            <a:endParaRPr lang="en-US" dirty="0"/>
          </a:p>
        </p:txBody>
      </p:sp>
      <p:sp>
        <p:nvSpPr>
          <p:cNvPr id="3" name="Title 2">
            <a:extLst>
              <a:ext uri="{FF2B5EF4-FFF2-40B4-BE49-F238E27FC236}">
                <a16:creationId xmlns:a16="http://schemas.microsoft.com/office/drawing/2014/main" id="{A462D8D0-DF52-2153-F7CF-4FA875A5EA94}"/>
              </a:ext>
            </a:extLst>
          </p:cNvPr>
          <p:cNvSpPr>
            <a:spLocks noGrp="1"/>
          </p:cNvSpPr>
          <p:nvPr>
            <p:ph type="title"/>
          </p:nvPr>
        </p:nvSpPr>
        <p:spPr/>
        <p:txBody>
          <a:bodyPr/>
          <a:lstStyle/>
          <a:p>
            <a:endParaRPr lang="en-IN"/>
          </a:p>
        </p:txBody>
      </p:sp>
      <p:graphicFrame>
        <p:nvGraphicFramePr>
          <p:cNvPr id="7" name="Content Placeholder 6">
            <a:extLst>
              <a:ext uri="{FF2B5EF4-FFF2-40B4-BE49-F238E27FC236}">
                <a16:creationId xmlns:a16="http://schemas.microsoft.com/office/drawing/2014/main" id="{E0DD9F63-9F6A-6775-72AE-9DCFB58C92EF}"/>
              </a:ext>
            </a:extLst>
          </p:cNvPr>
          <p:cNvGraphicFramePr>
            <a:graphicFrameLocks noGrp="1"/>
          </p:cNvGraphicFramePr>
          <p:nvPr>
            <p:ph sz="half" idx="1"/>
            <p:extLst>
              <p:ext uri="{D42A27DB-BD31-4B8C-83A1-F6EECF244321}">
                <p14:modId xmlns:p14="http://schemas.microsoft.com/office/powerpoint/2010/main" val="1523275333"/>
              </p:ext>
            </p:extLst>
          </p:nvPr>
        </p:nvGraphicFramePr>
        <p:xfrm>
          <a:off x="0" y="905932"/>
          <a:ext cx="9144000" cy="6273001"/>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395617873"/>
                    </a:ext>
                  </a:extLst>
                </a:gridCol>
                <a:gridCol w="1828800">
                  <a:extLst>
                    <a:ext uri="{9D8B030D-6E8A-4147-A177-3AD203B41FA5}">
                      <a16:colId xmlns:a16="http://schemas.microsoft.com/office/drawing/2014/main" val="4142577233"/>
                    </a:ext>
                  </a:extLst>
                </a:gridCol>
                <a:gridCol w="1828800">
                  <a:extLst>
                    <a:ext uri="{9D8B030D-6E8A-4147-A177-3AD203B41FA5}">
                      <a16:colId xmlns:a16="http://schemas.microsoft.com/office/drawing/2014/main" val="2572567893"/>
                    </a:ext>
                  </a:extLst>
                </a:gridCol>
                <a:gridCol w="1828800">
                  <a:extLst>
                    <a:ext uri="{9D8B030D-6E8A-4147-A177-3AD203B41FA5}">
                      <a16:colId xmlns:a16="http://schemas.microsoft.com/office/drawing/2014/main" val="1495293821"/>
                    </a:ext>
                  </a:extLst>
                </a:gridCol>
                <a:gridCol w="1828800">
                  <a:extLst>
                    <a:ext uri="{9D8B030D-6E8A-4147-A177-3AD203B41FA5}">
                      <a16:colId xmlns:a16="http://schemas.microsoft.com/office/drawing/2014/main" val="2827869589"/>
                    </a:ext>
                  </a:extLst>
                </a:gridCol>
              </a:tblGrid>
              <a:tr h="437371">
                <a:tc>
                  <a:txBody>
                    <a:bodyPr/>
                    <a:lstStyle/>
                    <a:p>
                      <a:r>
                        <a:rPr lang="en-IN" sz="1200" dirty="0"/>
                        <a:t>Paper Title</a:t>
                      </a:r>
                    </a:p>
                  </a:txBody>
                  <a:tcPr/>
                </a:tc>
                <a:tc>
                  <a:txBody>
                    <a:bodyPr/>
                    <a:lstStyle/>
                    <a:p>
                      <a:r>
                        <a:rPr lang="en-IN" sz="1200" dirty="0"/>
                        <a:t>Approach Used</a:t>
                      </a:r>
                    </a:p>
                  </a:txBody>
                  <a:tcPr/>
                </a:tc>
                <a:tc>
                  <a:txBody>
                    <a:bodyPr/>
                    <a:lstStyle/>
                    <a:p>
                      <a:r>
                        <a:rPr lang="en-IN" sz="1200" dirty="0"/>
                        <a:t>Key Contributions</a:t>
                      </a:r>
                    </a:p>
                  </a:txBody>
                  <a:tcPr/>
                </a:tc>
                <a:tc>
                  <a:txBody>
                    <a:bodyPr/>
                    <a:lstStyle/>
                    <a:p>
                      <a:r>
                        <a:rPr lang="en-IN" sz="1200" dirty="0"/>
                        <a:t>Comparison with Hybrid Model</a:t>
                      </a:r>
                    </a:p>
                  </a:txBody>
                  <a:tcPr/>
                </a:tc>
                <a:tc>
                  <a:txBody>
                    <a:bodyPr/>
                    <a:lstStyle/>
                    <a:p>
                      <a:r>
                        <a:rPr lang="en-US" sz="1200" dirty="0"/>
                        <a:t>Insights (Gaps Addressed by Hybrid Model)</a:t>
                      </a:r>
                      <a:endParaRPr lang="en-IN" sz="1200" dirty="0"/>
                    </a:p>
                  </a:txBody>
                  <a:tcPr/>
                </a:tc>
                <a:extLst>
                  <a:ext uri="{0D108BD9-81ED-4DB2-BD59-A6C34878D82A}">
                    <a16:rowId xmlns:a16="http://schemas.microsoft.com/office/drawing/2014/main" val="1555803359"/>
                  </a:ext>
                </a:extLst>
              </a:tr>
              <a:tr h="1631787">
                <a:tc>
                  <a:txBody>
                    <a:bodyPr/>
                    <a:lstStyle/>
                    <a:p>
                      <a:r>
                        <a:rPr lang="en-IN" sz="1200" b="0" dirty="0">
                          <a:latin typeface="Times New Roman" panose="02020603050405020304" pitchFamily="18" charset="0"/>
                          <a:cs typeface="Times New Roman" panose="02020603050405020304" pitchFamily="18" charset="0"/>
                        </a:rPr>
                        <a:t>Wang, Y., Li, T., &amp; Zhang, J. (2023). Kellgren-Lawrence grading of knee osteoarthritis using deep learning</a:t>
                      </a:r>
                    </a:p>
                  </a:txBody>
                  <a:tcPr/>
                </a:tc>
                <a:tc>
                  <a:txBody>
                    <a:bodyPr/>
                    <a:lstStyle/>
                    <a:p>
                      <a:r>
                        <a:rPr lang="en-IN" sz="1200" b="0" dirty="0">
                          <a:latin typeface="Times New Roman" panose="02020603050405020304" pitchFamily="18" charset="0"/>
                          <a:cs typeface="Times New Roman" panose="02020603050405020304" pitchFamily="18" charset="0"/>
                        </a:rPr>
                        <a:t>CNN-based model for KOA classification</a:t>
                      </a:r>
                    </a:p>
                  </a:txBody>
                  <a:tcPr/>
                </a:tc>
                <a:tc>
                  <a:txBody>
                    <a:bodyPr/>
                    <a:lstStyle/>
                    <a:p>
                      <a:r>
                        <a:rPr lang="en-US" sz="1200" b="0" dirty="0">
                          <a:latin typeface="Times New Roman" panose="02020603050405020304" pitchFamily="18" charset="0"/>
                          <a:cs typeface="Times New Roman" panose="02020603050405020304" pitchFamily="18" charset="0"/>
                        </a:rPr>
                        <a:t>Focused on grading KOA from X-rays using CNNs for feature extraction and grading.</a:t>
                      </a:r>
                      <a:endParaRPr lang="en-IN" sz="1200" b="0" dirty="0">
                        <a:latin typeface="Times New Roman" panose="02020603050405020304" pitchFamily="18" charset="0"/>
                        <a:cs typeface="Times New Roman" panose="02020603050405020304" pitchFamily="18" charset="0"/>
                      </a:endParaRPr>
                    </a:p>
                  </a:txBody>
                  <a:tcPr/>
                </a:tc>
                <a:tc>
                  <a:txBody>
                    <a:bodyPr/>
                    <a:lstStyle/>
                    <a:p>
                      <a:r>
                        <a:rPr lang="en-US" sz="1200" b="0" dirty="0">
                          <a:latin typeface="Times New Roman" panose="02020603050405020304" pitchFamily="18" charset="0"/>
                          <a:cs typeface="Times New Roman" panose="02020603050405020304" pitchFamily="18" charset="0"/>
                        </a:rPr>
                        <a:t>Our hybrid model integrates YOLOv8 for localization and ResNet-50 for feature extraction, offering real-time KOA detection. </a:t>
                      </a:r>
                      <a:br>
                        <a:rPr lang="en-US" sz="1200" b="0" dirty="0">
                          <a:latin typeface="Times New Roman" panose="02020603050405020304" pitchFamily="18" charset="0"/>
                          <a:cs typeface="Times New Roman" panose="02020603050405020304" pitchFamily="18" charset="0"/>
                        </a:rPr>
                      </a:br>
                      <a:r>
                        <a:rPr lang="en-US" sz="1200" b="0" dirty="0">
                          <a:latin typeface="Times New Roman" panose="02020603050405020304" pitchFamily="18" charset="0"/>
                          <a:cs typeface="Times New Roman" panose="02020603050405020304" pitchFamily="18" charset="0"/>
                        </a:rPr>
                        <a:t>YOLOv8 provides better region localization, which CNNs lack.</a:t>
                      </a:r>
                      <a:endParaRPr lang="en-IN" sz="1200" b="0" dirty="0">
                        <a:latin typeface="Times New Roman" panose="02020603050405020304" pitchFamily="18" charset="0"/>
                        <a:cs typeface="Times New Roman" panose="02020603050405020304" pitchFamily="18" charset="0"/>
                      </a:endParaRPr>
                    </a:p>
                  </a:txBody>
                  <a:tcPr/>
                </a:tc>
                <a:tc>
                  <a:txBody>
                    <a:bodyPr/>
                    <a:lstStyle/>
                    <a:p>
                      <a:r>
                        <a:rPr lang="en-US" sz="1200" b="0" dirty="0">
                          <a:latin typeface="Times New Roman" panose="02020603050405020304" pitchFamily="18" charset="0"/>
                          <a:cs typeface="Times New Roman" panose="02020603050405020304" pitchFamily="18" charset="0"/>
                        </a:rPr>
                        <a:t>Early KOA detection is challenging in this paper, but the hybrid model improves by detecting subtle early-stage features (Grade 1 and Grade 2).</a:t>
                      </a:r>
                      <a:endParaRPr lang="en-IN" sz="12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2222250"/>
                  </a:ext>
                </a:extLst>
              </a:tr>
              <a:tr h="1975321">
                <a:tc>
                  <a:txBody>
                    <a:bodyPr/>
                    <a:lstStyle/>
                    <a:p>
                      <a:r>
                        <a:rPr lang="en-US" sz="1200" b="0" dirty="0">
                          <a:latin typeface="Times New Roman" panose="02020603050405020304" pitchFamily="18" charset="0"/>
                          <a:cs typeface="Times New Roman" panose="02020603050405020304" pitchFamily="18" charset="0"/>
                        </a:rPr>
                        <a:t>Jones, A. L., &amp; Patel, J. M. (2024). Automatic knee osteoarthritis severity grading based on X-ray images using a hierarchical classification method</a:t>
                      </a:r>
                      <a:endParaRPr lang="en-IN" sz="1200" b="0" dirty="0">
                        <a:latin typeface="Times New Roman" panose="02020603050405020304" pitchFamily="18" charset="0"/>
                        <a:cs typeface="Times New Roman" panose="02020603050405020304" pitchFamily="18" charset="0"/>
                      </a:endParaRPr>
                    </a:p>
                  </a:txBody>
                  <a:tcPr/>
                </a:tc>
                <a:tc>
                  <a:txBody>
                    <a:bodyPr/>
                    <a:lstStyle/>
                    <a:p>
                      <a:r>
                        <a:rPr lang="en-US" sz="1200" b="0" dirty="0">
                          <a:latin typeface="Times New Roman" panose="02020603050405020304" pitchFamily="18" charset="0"/>
                          <a:cs typeface="Times New Roman" panose="02020603050405020304" pitchFamily="18" charset="0"/>
                        </a:rPr>
                        <a:t>Hierarchical classification method for KOA grading</a:t>
                      </a:r>
                      <a:endParaRPr lang="en-IN" sz="1200" b="0" dirty="0">
                        <a:latin typeface="Times New Roman" panose="02020603050405020304" pitchFamily="18" charset="0"/>
                        <a:cs typeface="Times New Roman" panose="02020603050405020304" pitchFamily="18" charset="0"/>
                      </a:endParaRPr>
                    </a:p>
                  </a:txBody>
                  <a:tcPr/>
                </a:tc>
                <a:tc>
                  <a:txBody>
                    <a:bodyPr/>
                    <a:lstStyle/>
                    <a:p>
                      <a:r>
                        <a:rPr lang="en-US" sz="1200" b="0" dirty="0">
                          <a:latin typeface="Times New Roman" panose="02020603050405020304" pitchFamily="18" charset="0"/>
                          <a:cs typeface="Times New Roman" panose="02020603050405020304" pitchFamily="18" charset="0"/>
                        </a:rPr>
                        <a:t>Used a multi-step classification method to separate KOA grades based on X-ray images.</a:t>
                      </a:r>
                      <a:endParaRPr lang="en-IN" sz="1200" b="0" dirty="0">
                        <a:latin typeface="Times New Roman" panose="02020603050405020304" pitchFamily="18" charset="0"/>
                        <a:cs typeface="Times New Roman" panose="02020603050405020304" pitchFamily="18" charset="0"/>
                      </a:endParaRPr>
                    </a:p>
                  </a:txBody>
                  <a:tcPr/>
                </a:tc>
                <a:tc>
                  <a:txBody>
                    <a:bodyPr/>
                    <a:lstStyle/>
                    <a:p>
                      <a:r>
                        <a:rPr lang="en-US" sz="1200" b="0" dirty="0">
                          <a:latin typeface="Times New Roman" panose="02020603050405020304" pitchFamily="18" charset="0"/>
                          <a:cs typeface="Times New Roman" panose="02020603050405020304" pitchFamily="18" charset="0"/>
                        </a:rPr>
                        <a:t>The hybrid model combines both localization (YOLOv8) and classification (ResNet-50) in a single model. </a:t>
                      </a:r>
                      <a:br>
                        <a:rPr lang="en-US" sz="1200" b="0" dirty="0">
                          <a:latin typeface="Times New Roman" panose="02020603050405020304" pitchFamily="18" charset="0"/>
                          <a:cs typeface="Times New Roman" panose="02020603050405020304" pitchFamily="18" charset="0"/>
                        </a:rPr>
                      </a:br>
                      <a:r>
                        <a:rPr lang="en-US" sz="1200" b="0" dirty="0">
                          <a:latin typeface="Times New Roman" panose="02020603050405020304" pitchFamily="18" charset="0"/>
                          <a:cs typeface="Times New Roman" panose="02020603050405020304" pitchFamily="18" charset="0"/>
                        </a:rPr>
                        <a:t>Hierarchical models may face issues with early-stage KOA due to their complexity and the need for separate steps.</a:t>
                      </a:r>
                      <a:endParaRPr lang="en-IN" sz="1200" b="0" dirty="0">
                        <a:latin typeface="Times New Roman" panose="02020603050405020304" pitchFamily="18" charset="0"/>
                        <a:cs typeface="Times New Roman" panose="02020603050405020304" pitchFamily="18" charset="0"/>
                      </a:endParaRPr>
                    </a:p>
                  </a:txBody>
                  <a:tcPr/>
                </a:tc>
                <a:tc>
                  <a:txBody>
                    <a:bodyPr/>
                    <a:lstStyle/>
                    <a:p>
                      <a:r>
                        <a:rPr lang="en-US" sz="1200" b="0" dirty="0">
                          <a:latin typeface="Times New Roman" panose="02020603050405020304" pitchFamily="18" charset="0"/>
                          <a:cs typeface="Times New Roman" panose="02020603050405020304" pitchFamily="18" charset="0"/>
                        </a:rPr>
                        <a:t>Early-stage detection (Grade 1 and Grade 2) is difficult in hierarchical models. The hybrid model enhances early KOA detection by focusing on subtle changes and improving sensitivity.</a:t>
                      </a:r>
                      <a:endParaRPr lang="en-IN" sz="12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50438631"/>
                  </a:ext>
                </a:extLst>
              </a:tr>
              <a:tr h="1975321">
                <a:tc>
                  <a:txBody>
                    <a:bodyPr/>
                    <a:lstStyle/>
                    <a:p>
                      <a:r>
                        <a:rPr lang="en-US" sz="1200" b="0" dirty="0">
                          <a:latin typeface="Times New Roman" panose="02020603050405020304" pitchFamily="18" charset="0"/>
                          <a:cs typeface="Times New Roman" panose="02020603050405020304" pitchFamily="18" charset="0"/>
                        </a:rPr>
                        <a:t>Kumar, S., &amp; Sharma, R. (2024). Deep learning for automated knee osteoarthritis grading using X-ray images</a:t>
                      </a:r>
                      <a:endParaRPr lang="en-IN" sz="1200" b="0" dirty="0">
                        <a:latin typeface="Times New Roman" panose="02020603050405020304" pitchFamily="18" charset="0"/>
                        <a:cs typeface="Times New Roman" panose="02020603050405020304" pitchFamily="18" charset="0"/>
                      </a:endParaRPr>
                    </a:p>
                  </a:txBody>
                  <a:tcPr/>
                </a:tc>
                <a:tc>
                  <a:txBody>
                    <a:bodyPr/>
                    <a:lstStyle/>
                    <a:p>
                      <a:r>
                        <a:rPr lang="en-US" sz="1200" b="0" dirty="0">
                          <a:latin typeface="Times New Roman" panose="02020603050405020304" pitchFamily="18" charset="0"/>
                          <a:cs typeface="Times New Roman" panose="02020603050405020304" pitchFamily="18" charset="0"/>
                        </a:rPr>
                        <a:t>Deep learning for KOA grading</a:t>
                      </a:r>
                      <a:endParaRPr lang="en-IN" sz="1200" b="0" dirty="0">
                        <a:latin typeface="Times New Roman" panose="02020603050405020304" pitchFamily="18" charset="0"/>
                        <a:cs typeface="Times New Roman" panose="02020603050405020304" pitchFamily="18" charset="0"/>
                      </a:endParaRPr>
                    </a:p>
                  </a:txBody>
                  <a:tcPr/>
                </a:tc>
                <a:tc>
                  <a:txBody>
                    <a:bodyPr/>
                    <a:lstStyle/>
                    <a:p>
                      <a:r>
                        <a:rPr lang="en-US" sz="1200" b="0" dirty="0">
                          <a:latin typeface="Times New Roman" panose="02020603050405020304" pitchFamily="18" charset="0"/>
                          <a:cs typeface="Times New Roman" panose="02020603050405020304" pitchFamily="18" charset="0"/>
                        </a:rPr>
                        <a:t>Discusses using deep learning for KOA grading with a focus on generalization using data augmentation.</a:t>
                      </a:r>
                      <a:endParaRPr lang="en-IN" sz="1200" b="0" dirty="0">
                        <a:latin typeface="Times New Roman" panose="02020603050405020304" pitchFamily="18" charset="0"/>
                        <a:cs typeface="Times New Roman" panose="02020603050405020304" pitchFamily="18" charset="0"/>
                      </a:endParaRPr>
                    </a:p>
                  </a:txBody>
                  <a:tcPr/>
                </a:tc>
                <a:tc>
                  <a:txBody>
                    <a:bodyPr/>
                    <a:lstStyle/>
                    <a:p>
                      <a:pPr algn="l"/>
                      <a:r>
                        <a:rPr lang="en-US" sz="1150" b="0" dirty="0">
                          <a:latin typeface="Times New Roman" panose="02020603050405020304" pitchFamily="18" charset="0"/>
                          <a:cs typeface="Times New Roman" panose="02020603050405020304" pitchFamily="18" charset="0"/>
                        </a:rPr>
                        <a:t>The hybrid model addresses both localization and classification in one step, improving efficiency and accuracy. </a:t>
                      </a:r>
                      <a:br>
                        <a:rPr lang="en-US" sz="1150" b="0" dirty="0">
                          <a:latin typeface="Times New Roman" panose="02020603050405020304" pitchFamily="18" charset="0"/>
                          <a:cs typeface="Times New Roman" panose="02020603050405020304" pitchFamily="18" charset="0"/>
                        </a:rPr>
                      </a:br>
                      <a:r>
                        <a:rPr lang="en-US" sz="1150" b="0" dirty="0">
                          <a:latin typeface="Times New Roman" panose="02020603050405020304" pitchFamily="18" charset="0"/>
                          <a:cs typeface="Times New Roman" panose="02020603050405020304" pitchFamily="18" charset="0"/>
                        </a:rPr>
                        <a:t>Our model focuses on early KOA detection, a key aspect not fully covered by Kumar &amp; Sharma’s approach.</a:t>
                      </a:r>
                      <a:endParaRPr lang="en-IN" sz="1150" b="0" dirty="0">
                        <a:latin typeface="Times New Roman" panose="02020603050405020304" pitchFamily="18" charset="0"/>
                        <a:cs typeface="Times New Roman" panose="02020603050405020304" pitchFamily="18" charset="0"/>
                      </a:endParaRPr>
                    </a:p>
                  </a:txBody>
                  <a:tcPr/>
                </a:tc>
                <a:tc>
                  <a:txBody>
                    <a:bodyPr/>
                    <a:lstStyle/>
                    <a:p>
                      <a:r>
                        <a:rPr lang="en-US" sz="1150" b="0" dirty="0">
                          <a:latin typeface="Times New Roman" panose="02020603050405020304" pitchFamily="18" charset="0"/>
                          <a:cs typeface="Times New Roman" panose="02020603050405020304" pitchFamily="18" charset="0"/>
                        </a:rPr>
                        <a:t>The paper emphasizes generalization, but the hybrid model improves classification for early KOA stages (Grade 1 and Grade 2) and reduces overfitting with advanced augmentation and transfer learning.</a:t>
                      </a:r>
                      <a:endParaRPr lang="en-IN" sz="115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88400819"/>
                  </a:ext>
                </a:extLst>
              </a:tr>
            </a:tbl>
          </a:graphicData>
        </a:graphic>
      </p:graphicFrame>
      <p:sp>
        <p:nvSpPr>
          <p:cNvPr id="9" name="TextBox 8">
            <a:extLst>
              <a:ext uri="{FF2B5EF4-FFF2-40B4-BE49-F238E27FC236}">
                <a16:creationId xmlns:a16="http://schemas.microsoft.com/office/drawing/2014/main" id="{2318A6CF-9429-3AEC-BEA4-AFBC344A3D26}"/>
              </a:ext>
            </a:extLst>
          </p:cNvPr>
          <p:cNvSpPr txBox="1"/>
          <p:nvPr/>
        </p:nvSpPr>
        <p:spPr>
          <a:xfrm>
            <a:off x="524933" y="194733"/>
            <a:ext cx="7018867" cy="523220"/>
          </a:xfrm>
          <a:prstGeom prst="rect">
            <a:avLst/>
          </a:prstGeom>
          <a:noFill/>
        </p:spPr>
        <p:txBody>
          <a:bodyPr wrap="square" rtlCol="0">
            <a:spAutoFit/>
          </a:bodyPr>
          <a:lstStyle/>
          <a:p>
            <a:r>
              <a:rPr lang="en-US" altLang="en-US" sz="2800" b="1" dirty="0">
                <a:solidFill>
                  <a:schemeClr val="bg1"/>
                </a:solidFill>
                <a:latin typeface="Times New Roman" panose="02020603050405020304" pitchFamily="18" charset="0"/>
                <a:cs typeface="Times New Roman" panose="02020603050405020304" pitchFamily="18" charset="0"/>
              </a:rPr>
              <a:t>LITERATURE REVIEW INSIGHTS</a:t>
            </a:r>
          </a:p>
        </p:txBody>
      </p:sp>
    </p:spTree>
    <p:extLst>
      <p:ext uri="{BB962C8B-B14F-4D97-AF65-F5344CB8AC3E}">
        <p14:creationId xmlns:p14="http://schemas.microsoft.com/office/powerpoint/2010/main" val="2094783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3C90E-B5CD-C29D-7B75-DD5A5CC3C99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156C469-3252-4AB7-0E1B-0011B17FE916}"/>
              </a:ext>
            </a:extLst>
          </p:cNvPr>
          <p:cNvSpPr>
            <a:spLocks noGrp="1"/>
          </p:cNvSpPr>
          <p:nvPr>
            <p:ph type="sldNum" sz="quarter" idx="12"/>
          </p:nvPr>
        </p:nvSpPr>
        <p:spPr/>
        <p:txBody>
          <a:bodyPr/>
          <a:lstStyle/>
          <a:p>
            <a:fld id="{1825A77A-971A-3244-890F-3B99F774724A}" type="slidenum">
              <a:rPr lang="en-US" smtClean="0"/>
              <a:pPr/>
              <a:t>9</a:t>
            </a:fld>
            <a:endParaRPr lang="en-US" dirty="0"/>
          </a:p>
        </p:txBody>
      </p:sp>
      <p:sp>
        <p:nvSpPr>
          <p:cNvPr id="6" name="Content Placeholder 5">
            <a:extLst>
              <a:ext uri="{FF2B5EF4-FFF2-40B4-BE49-F238E27FC236}">
                <a16:creationId xmlns:a16="http://schemas.microsoft.com/office/drawing/2014/main" id="{C38A3907-9724-BAE9-D991-C1F6D8AD2320}"/>
              </a:ext>
            </a:extLst>
          </p:cNvPr>
          <p:cNvSpPr>
            <a:spLocks noGrp="1"/>
          </p:cNvSpPr>
          <p:nvPr>
            <p:ph sz="half" idx="1"/>
          </p:nvPr>
        </p:nvSpPr>
        <p:spPr>
          <a:xfrm>
            <a:off x="536635" y="1233438"/>
            <a:ext cx="7886700" cy="3476724"/>
          </a:xfrm>
        </p:spPr>
        <p:txBody>
          <a:bodyPr>
            <a:noAutofit/>
          </a:bodyPr>
          <a:lstStyle/>
          <a:p>
            <a:pPr algn="just"/>
            <a:r>
              <a:rPr lang="en-US" sz="1200" dirty="0">
                <a:latin typeface="Times New Roman" panose="02020603050405020304" pitchFamily="18" charset="0"/>
                <a:cs typeface="Times New Roman" panose="02020603050405020304" pitchFamily="18" charset="0"/>
              </a:rPr>
              <a:t>The literature review highlights the use of deep learning models such as CNNs, YOLO, and </a:t>
            </a:r>
            <a:r>
              <a:rPr lang="en-US" sz="1200" dirty="0" err="1">
                <a:latin typeface="Times New Roman" panose="02020603050405020304" pitchFamily="18" charset="0"/>
                <a:cs typeface="Times New Roman" panose="02020603050405020304" pitchFamily="18" charset="0"/>
              </a:rPr>
              <a:t>ResNet</a:t>
            </a:r>
            <a:r>
              <a:rPr lang="en-US" sz="1200" dirty="0">
                <a:latin typeface="Times New Roman" panose="02020603050405020304" pitchFamily="18" charset="0"/>
                <a:cs typeface="Times New Roman" panose="02020603050405020304" pitchFamily="18" charset="0"/>
              </a:rPr>
              <a:t> for Knee Osteoarthritis (KOA) detection, focusing on classification accuracy—particularly for early-stage KOA. While YOLO-based models excel in region localization, and </a:t>
            </a:r>
            <a:r>
              <a:rPr lang="en-US" sz="1200" dirty="0" err="1">
                <a:latin typeface="Times New Roman" panose="02020603050405020304" pitchFamily="18" charset="0"/>
                <a:cs typeface="Times New Roman" panose="02020603050405020304" pitchFamily="18" charset="0"/>
              </a:rPr>
              <a:t>ResNet</a:t>
            </a:r>
            <a:r>
              <a:rPr lang="en-US" sz="1200" dirty="0">
                <a:latin typeface="Times New Roman" panose="02020603050405020304" pitchFamily="18" charset="0"/>
                <a:cs typeface="Times New Roman" panose="02020603050405020304" pitchFamily="18" charset="0"/>
              </a:rPr>
              <a:t> performs well in feature extraction, existing models often struggle with early-stage detection (Grade 1 and Grade 2) and fine-grained classification.</a:t>
            </a:r>
          </a:p>
          <a:p>
            <a:pPr algn="just"/>
            <a:r>
              <a:rPr lang="en-US" sz="1200" dirty="0">
                <a:latin typeface="Times New Roman" panose="02020603050405020304" pitchFamily="18" charset="0"/>
                <a:cs typeface="Times New Roman" panose="02020603050405020304" pitchFamily="18" charset="0"/>
              </a:rPr>
              <a:t>Previous studies emphasize the importance of transfer learning using pre-trained models to enhance model generalization and real-time clinical application. However, early-stage KOA detection remains a challenge, as subtle changes are difficult to detect with standard models.</a:t>
            </a:r>
          </a:p>
          <a:p>
            <a:pPr algn="just"/>
            <a:r>
              <a:rPr lang="en-US" sz="1200" dirty="0">
                <a:latin typeface="Times New Roman" panose="02020603050405020304" pitchFamily="18" charset="0"/>
                <a:cs typeface="Times New Roman" panose="02020603050405020304" pitchFamily="18" charset="0"/>
              </a:rPr>
              <a:t>Building on these insights, the proposed model combines YOLOv8 for precise region localization and ResNet-50 for deep feature extraction, resulting in a hybrid architecture that improves KOA classification across all grades. The integration of YOLOv8's localization capabilities and ResNet-50's hierarchical feature extraction allows the model to focus on both subtle early-stage features and advanced degenerative signs, addressing the gap in early KOA detection and classification accuracy for severe cases.</a:t>
            </a:r>
          </a:p>
          <a:p>
            <a:pPr algn="just"/>
            <a:r>
              <a:rPr lang="en-US" sz="1200" dirty="0">
                <a:latin typeface="Times New Roman" panose="02020603050405020304" pitchFamily="18" charset="0"/>
                <a:cs typeface="Times New Roman" panose="02020603050405020304" pitchFamily="18" charset="0"/>
              </a:rPr>
              <a:t>Unlike traditional methods that rely on manual interpretation, the hybrid model provides a real-time, automated solution for KOA grading from X-ray images. This integration offers a reliable and efficient tool for KOA diagnosis, with potential for use in clinical workflows and mobile clinics.</a:t>
            </a:r>
          </a:p>
          <a:p>
            <a:pPr algn="just"/>
            <a:r>
              <a:rPr lang="en-US" sz="1200" dirty="0"/>
              <a:t>Many existing models struggle with class imbalance, where there are fewer instances of severe KOA (Grade 4) compared to healthy knees (Grade 0) or early stages of KOA (Grade 1 and Grade 2). This imbalance can lead to biased predictions favoring the more common classes (e.g., Grade 0).</a:t>
            </a:r>
            <a:endParaRPr lang="en-US"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The hybrid model integrates data augmentation techniques and class weighting to improve the model’s ability to handle class imbalance. By combining YOLOv8’s localization and ResNet-50’s feature extraction, it not only enhances the model’s ability to detect early-stage KOA but also improves its accuracy across all grades, including the severe stages (Grade 4). This makes the hybrid model more robust, as it better generalizes across the spectrum of KOA severity.</a:t>
            </a:r>
          </a:p>
        </p:txBody>
      </p:sp>
      <p:sp>
        <p:nvSpPr>
          <p:cNvPr id="5" name="TextBox 4">
            <a:extLst>
              <a:ext uri="{FF2B5EF4-FFF2-40B4-BE49-F238E27FC236}">
                <a16:creationId xmlns:a16="http://schemas.microsoft.com/office/drawing/2014/main" id="{7942491C-9C5D-D072-97F8-BE9159AEBA58}"/>
              </a:ext>
            </a:extLst>
          </p:cNvPr>
          <p:cNvSpPr txBox="1"/>
          <p:nvPr/>
        </p:nvSpPr>
        <p:spPr>
          <a:xfrm>
            <a:off x="3200401" y="2971800"/>
            <a:ext cx="184731" cy="248209"/>
          </a:xfrm>
          <a:prstGeom prst="rect">
            <a:avLst/>
          </a:prstGeom>
          <a:noFill/>
        </p:spPr>
        <p:txBody>
          <a:bodyPr wrap="none" rtlCol="0">
            <a:spAutoFit/>
          </a:bodyPr>
          <a:lstStyle/>
          <a:p>
            <a:endParaRPr lang="en-US" sz="1013" dirty="0"/>
          </a:p>
        </p:txBody>
      </p:sp>
      <p:sp>
        <p:nvSpPr>
          <p:cNvPr id="15" name="Rectangle 2">
            <a:extLst>
              <a:ext uri="{FF2B5EF4-FFF2-40B4-BE49-F238E27FC236}">
                <a16:creationId xmlns:a16="http://schemas.microsoft.com/office/drawing/2014/main" id="{4EFD1F0F-3FE4-ABE4-B6D2-E65B73915407}"/>
              </a:ext>
            </a:extLst>
          </p:cNvPr>
          <p:cNvSpPr txBox="1">
            <a:spLocks noChangeArrowheads="1"/>
          </p:cNvSpPr>
          <p:nvPr/>
        </p:nvSpPr>
        <p:spPr>
          <a:xfrm>
            <a:off x="628650" y="30063"/>
            <a:ext cx="6536079" cy="870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dirty="0">
                <a:solidFill>
                  <a:schemeClr val="bg1"/>
                </a:solidFill>
                <a:latin typeface="Times New Roman" panose="02020603050405020304" pitchFamily="18" charset="0"/>
                <a:cs typeface="Times New Roman" panose="02020603050405020304" pitchFamily="18" charset="0"/>
              </a:rPr>
              <a:t>LITERATURE REVIEW INSIGHTS</a:t>
            </a:r>
          </a:p>
        </p:txBody>
      </p:sp>
    </p:spTree>
    <p:extLst>
      <p:ext uri="{BB962C8B-B14F-4D97-AF65-F5344CB8AC3E}">
        <p14:creationId xmlns:p14="http://schemas.microsoft.com/office/powerpoint/2010/main" val="3908470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C7F2A8B2-78A4-D64F-81E1-A72FF0360AB0}"/>
              </a:ext>
            </a:extLst>
          </p:cNvPr>
          <p:cNvSpPr txBox="1">
            <a:spLocks noChangeArrowheads="1"/>
          </p:cNvSpPr>
          <p:nvPr/>
        </p:nvSpPr>
        <p:spPr>
          <a:xfrm>
            <a:off x="628650" y="30063"/>
            <a:ext cx="6536079" cy="870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dirty="0">
                <a:solidFill>
                  <a:schemeClr val="bg1"/>
                </a:solidFill>
                <a:latin typeface="Times New Roman" panose="02020603050405020304" pitchFamily="18" charset="0"/>
                <a:cs typeface="Times New Roman" panose="02020603050405020304" pitchFamily="18" charset="0"/>
              </a:rPr>
              <a:t>ALGORITHM/APPROACH</a:t>
            </a:r>
          </a:p>
        </p:txBody>
      </p:sp>
      <p:sp>
        <p:nvSpPr>
          <p:cNvPr id="2" name="Slide Number Placeholder 1">
            <a:extLst>
              <a:ext uri="{FF2B5EF4-FFF2-40B4-BE49-F238E27FC236}">
                <a16:creationId xmlns:a16="http://schemas.microsoft.com/office/drawing/2014/main" id="{77BDB155-6487-4447-8843-7619D69DDAAF}"/>
              </a:ext>
            </a:extLst>
          </p:cNvPr>
          <p:cNvSpPr>
            <a:spLocks noGrp="1"/>
          </p:cNvSpPr>
          <p:nvPr>
            <p:ph type="sldNum" sz="quarter" idx="12"/>
          </p:nvPr>
        </p:nvSpPr>
        <p:spPr/>
        <p:txBody>
          <a:bodyPr/>
          <a:lstStyle/>
          <a:p>
            <a:fld id="{1825A77A-971A-3244-890F-3B99F774724A}" type="slidenum">
              <a:rPr lang="en-US" smtClean="0"/>
              <a:pPr/>
              <a:t>10</a:t>
            </a:fld>
            <a:endParaRPr lang="en-US" dirty="0"/>
          </a:p>
        </p:txBody>
      </p:sp>
      <p:graphicFrame>
        <p:nvGraphicFramePr>
          <p:cNvPr id="9" name="Content Placeholder 2">
            <a:extLst>
              <a:ext uri="{FF2B5EF4-FFF2-40B4-BE49-F238E27FC236}">
                <a16:creationId xmlns:a16="http://schemas.microsoft.com/office/drawing/2014/main" id="{E2A3B2D6-C257-E963-A904-68B3AEB01328}"/>
              </a:ext>
            </a:extLst>
          </p:cNvPr>
          <p:cNvGraphicFramePr>
            <a:graphicFrameLocks/>
          </p:cNvGraphicFramePr>
          <p:nvPr>
            <p:extLst>
              <p:ext uri="{D42A27DB-BD31-4B8C-83A1-F6EECF244321}">
                <p14:modId xmlns:p14="http://schemas.microsoft.com/office/powerpoint/2010/main" val="1991695024"/>
              </p:ext>
            </p:extLst>
          </p:nvPr>
        </p:nvGraphicFramePr>
        <p:xfrm>
          <a:off x="558773" y="1128713"/>
          <a:ext cx="7885509" cy="49780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70020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14EB4-6BC4-F3DD-2FFB-06F769C9A87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A551A1-003D-42CF-493E-2BE4EC34389C}"/>
              </a:ext>
            </a:extLst>
          </p:cNvPr>
          <p:cNvSpPr>
            <a:spLocks noGrp="1"/>
          </p:cNvSpPr>
          <p:nvPr>
            <p:ph sz="half" idx="1"/>
          </p:nvPr>
        </p:nvSpPr>
        <p:spPr>
          <a:xfrm>
            <a:off x="628650" y="1143000"/>
            <a:ext cx="7886700" cy="5027394"/>
          </a:xfrm>
        </p:spPr>
        <p:txBody>
          <a:bodyPr>
            <a:noAutofit/>
          </a:bodyPr>
          <a:lstStyle/>
          <a:p>
            <a:pPr marL="228600" indent="-228600">
              <a:buFont typeface="+mj-lt"/>
              <a:buAutoNum type="arabicPeriod"/>
            </a:pPr>
            <a:r>
              <a:rPr lang="en-US" sz="1200" dirty="0">
                <a:latin typeface="Times New Roman" panose="02020603050405020304" pitchFamily="18" charset="0"/>
                <a:cs typeface="Times New Roman" panose="02020603050405020304" pitchFamily="18" charset="0"/>
              </a:rPr>
              <a:t>Preprocess KOA X-ray Images:</a:t>
            </a:r>
          </a:p>
          <a:p>
            <a:r>
              <a:rPr lang="en-US" sz="1200" dirty="0">
                <a:latin typeface="Times New Roman" panose="02020603050405020304" pitchFamily="18" charset="0"/>
                <a:cs typeface="Times New Roman" panose="02020603050405020304" pitchFamily="18" charset="0"/>
              </a:rPr>
              <a:t> Gather KOA X-ray images classified into five grades (0-4) and preprocess by:</a:t>
            </a:r>
          </a:p>
          <a:p>
            <a:pPr lvl="1"/>
            <a:r>
              <a:rPr lang="en-US" sz="1200" dirty="0">
                <a:latin typeface="Times New Roman" panose="02020603050405020304" pitchFamily="18" charset="0"/>
                <a:cs typeface="Times New Roman" panose="02020603050405020304" pitchFamily="18" charset="0"/>
              </a:rPr>
              <a:t>Resizing images to the required input size for the models.</a:t>
            </a:r>
          </a:p>
          <a:p>
            <a:pPr lvl="1"/>
            <a:r>
              <a:rPr lang="en-US" sz="1200" dirty="0">
                <a:latin typeface="Times New Roman" panose="02020603050405020304" pitchFamily="18" charset="0"/>
                <a:cs typeface="Times New Roman" panose="02020603050405020304" pitchFamily="18" charset="0"/>
              </a:rPr>
              <a:t>Normalizing pixel values (scaling intensity values between 0 and 1) to ensure consistency across images.</a:t>
            </a:r>
          </a:p>
          <a:p>
            <a:pPr lvl="1"/>
            <a:r>
              <a:rPr lang="en-US" sz="1200" dirty="0">
                <a:latin typeface="Times New Roman" panose="02020603050405020304" pitchFamily="18" charset="0"/>
                <a:cs typeface="Times New Roman" panose="02020603050405020304" pitchFamily="18" charset="0"/>
              </a:rPr>
              <a:t>Applying data augmentation techniques such as flipping, rotation, and translation to introduce variety and prevent overfitting.</a:t>
            </a:r>
          </a:p>
          <a:p>
            <a:pPr marL="0" indent="0" algn="just">
              <a:buNone/>
            </a:pPr>
            <a:r>
              <a:rPr lang="en-IN" sz="1200" dirty="0">
                <a:latin typeface="Times New Roman" panose="02020603050405020304" pitchFamily="18" charset="0"/>
                <a:cs typeface="Times New Roman" panose="02020603050405020304" pitchFamily="18" charset="0"/>
              </a:rPr>
              <a:t>2.   Feature Extraction Using ResNet-50:</a:t>
            </a:r>
          </a:p>
          <a:p>
            <a:pPr algn="just"/>
            <a:r>
              <a:rPr lang="en-US" sz="1200" dirty="0">
                <a:latin typeface="Times New Roman" panose="02020603050405020304" pitchFamily="18" charset="0"/>
                <a:cs typeface="Times New Roman" panose="02020603050405020304" pitchFamily="18" charset="0"/>
              </a:rPr>
              <a:t>Pass the cropped knee region to ResNet-50, a pre-trained deep learning model.</a:t>
            </a:r>
          </a:p>
          <a:p>
            <a:pPr algn="just"/>
            <a:r>
              <a:rPr lang="en-US" sz="1200" dirty="0">
                <a:latin typeface="Times New Roman" panose="02020603050405020304" pitchFamily="18" charset="0"/>
                <a:cs typeface="Times New Roman" panose="02020603050405020304" pitchFamily="18" charset="0"/>
              </a:rPr>
              <a:t>ResNet-50 extracts hierarchical features from the X-ray images, identifying key patterns like bone structures, joint space, and cartilage features.</a:t>
            </a:r>
          </a:p>
          <a:p>
            <a:pPr algn="just"/>
            <a:r>
              <a:rPr lang="en-US" sz="1200" dirty="0">
                <a:latin typeface="Times New Roman" panose="02020603050405020304" pitchFamily="18" charset="0"/>
                <a:cs typeface="Times New Roman" panose="02020603050405020304" pitchFamily="18" charset="0"/>
              </a:rPr>
              <a:t>After feature extraction, a </a:t>
            </a:r>
            <a:r>
              <a:rPr lang="en-US" sz="1200" dirty="0" err="1">
                <a:latin typeface="Times New Roman" panose="02020603050405020304" pitchFamily="18" charset="0"/>
                <a:cs typeface="Times New Roman" panose="02020603050405020304" pitchFamily="18" charset="0"/>
              </a:rPr>
              <a:t>softmax</a:t>
            </a:r>
            <a:r>
              <a:rPr lang="en-US" sz="1200" dirty="0">
                <a:latin typeface="Times New Roman" panose="02020603050405020304" pitchFamily="18" charset="0"/>
                <a:cs typeface="Times New Roman" panose="02020603050405020304" pitchFamily="18" charset="0"/>
              </a:rPr>
              <a:t> classifier within ResNet-50 categorizes the knee joint into one of the five KOA grades based on the extracted features.</a:t>
            </a:r>
          </a:p>
          <a:p>
            <a:pPr marL="0" indent="0" algn="just">
              <a:buNone/>
            </a:pPr>
            <a:r>
              <a:rPr lang="en-US" sz="1200" dirty="0">
                <a:latin typeface="Times New Roman" panose="02020603050405020304" pitchFamily="18" charset="0"/>
                <a:cs typeface="Times New Roman" panose="02020603050405020304" pitchFamily="18" charset="0"/>
              </a:rPr>
              <a:t>3.   Localize the Knee Region with YOLOv8:</a:t>
            </a:r>
          </a:p>
          <a:p>
            <a:pPr algn="just"/>
            <a:r>
              <a:rPr lang="en-US" sz="1200" dirty="0">
                <a:latin typeface="Times New Roman" panose="02020603050405020304" pitchFamily="18" charset="0"/>
                <a:cs typeface="Times New Roman" panose="02020603050405020304" pitchFamily="18" charset="0"/>
              </a:rPr>
              <a:t>Use YOLOv8 to detect and localize the knee joint within the X-ray images, generating bounding boxes around the region of interest (ROI).</a:t>
            </a:r>
          </a:p>
          <a:p>
            <a:pPr algn="just"/>
            <a:r>
              <a:rPr lang="en-US" sz="1200" dirty="0">
                <a:latin typeface="Times New Roman" panose="02020603050405020304" pitchFamily="18" charset="0"/>
                <a:cs typeface="Times New Roman" panose="02020603050405020304" pitchFamily="18" charset="0"/>
              </a:rPr>
              <a:t>This helps the model focus only on the relevant part of the image (knee joint), improving both speed and accuracy during inference.</a:t>
            </a:r>
          </a:p>
        </p:txBody>
      </p:sp>
      <p:sp>
        <p:nvSpPr>
          <p:cNvPr id="4" name="Rectangle 3">
            <a:extLst>
              <a:ext uri="{FF2B5EF4-FFF2-40B4-BE49-F238E27FC236}">
                <a16:creationId xmlns:a16="http://schemas.microsoft.com/office/drawing/2014/main" id="{B39309F9-4A75-FA2A-C318-538AFE47134D}"/>
              </a:ext>
            </a:extLst>
          </p:cNvPr>
          <p:cNvSpPr/>
          <p:nvPr/>
        </p:nvSpPr>
        <p:spPr>
          <a:xfrm>
            <a:off x="4094144" y="3278959"/>
            <a:ext cx="276038" cy="300082"/>
          </a:xfrm>
          <a:prstGeom prst="rect">
            <a:avLst/>
          </a:prstGeom>
        </p:spPr>
        <p:txBody>
          <a:bodyPr wrap="none">
            <a:spAutoFit/>
          </a:bodyPr>
          <a:lstStyle/>
          <a:p>
            <a:r>
              <a:rPr lang="en-US" dirty="0">
                <a:solidFill>
                  <a:srgbClr val="FFFFFF"/>
                </a:solidFill>
              </a:rPr>
              <a:t>n</a:t>
            </a:r>
            <a:endParaRPr lang="en-US" dirty="0"/>
          </a:p>
        </p:txBody>
      </p:sp>
      <p:sp>
        <p:nvSpPr>
          <p:cNvPr id="7" name="Rectangle 2">
            <a:extLst>
              <a:ext uri="{FF2B5EF4-FFF2-40B4-BE49-F238E27FC236}">
                <a16:creationId xmlns:a16="http://schemas.microsoft.com/office/drawing/2014/main" id="{27F21050-E963-066F-B74D-C9EBD43193A6}"/>
              </a:ext>
            </a:extLst>
          </p:cNvPr>
          <p:cNvSpPr txBox="1">
            <a:spLocks noChangeArrowheads="1"/>
          </p:cNvSpPr>
          <p:nvPr/>
        </p:nvSpPr>
        <p:spPr>
          <a:xfrm>
            <a:off x="628650" y="30063"/>
            <a:ext cx="6536079" cy="870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dirty="0">
                <a:solidFill>
                  <a:schemeClr val="bg1"/>
                </a:solidFill>
                <a:latin typeface="Times New Roman" panose="02020603050405020304" pitchFamily="18" charset="0"/>
                <a:cs typeface="Times New Roman" panose="02020603050405020304" pitchFamily="18" charset="0"/>
              </a:rPr>
              <a:t>UNDERSTANDING THE FUNCTIONS</a:t>
            </a:r>
          </a:p>
        </p:txBody>
      </p:sp>
      <p:sp>
        <p:nvSpPr>
          <p:cNvPr id="2" name="Slide Number Placeholder 1">
            <a:extLst>
              <a:ext uri="{FF2B5EF4-FFF2-40B4-BE49-F238E27FC236}">
                <a16:creationId xmlns:a16="http://schemas.microsoft.com/office/drawing/2014/main" id="{3A623CD6-8846-199A-32D8-1B851A15A0EB}"/>
              </a:ext>
            </a:extLst>
          </p:cNvPr>
          <p:cNvSpPr>
            <a:spLocks noGrp="1"/>
          </p:cNvSpPr>
          <p:nvPr>
            <p:ph type="sldNum" sz="quarter" idx="12"/>
          </p:nvPr>
        </p:nvSpPr>
        <p:spPr/>
        <p:txBody>
          <a:bodyPr/>
          <a:lstStyle/>
          <a:p>
            <a:fld id="{1825A77A-971A-3244-890F-3B99F774724A}" type="slidenum">
              <a:rPr lang="en-US" smtClean="0"/>
              <a:pPr/>
              <a:t>11</a:t>
            </a:fld>
            <a:endParaRPr lang="en-US" dirty="0"/>
          </a:p>
        </p:txBody>
      </p:sp>
    </p:spTree>
    <p:extLst>
      <p:ext uri="{BB962C8B-B14F-4D97-AF65-F5344CB8AC3E}">
        <p14:creationId xmlns:p14="http://schemas.microsoft.com/office/powerpoint/2010/main" val="281053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7D1E8-6E85-D2D7-3551-7A8A60B5C5B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3D3A6E-5A29-8056-43D8-6730511841A8}"/>
              </a:ext>
            </a:extLst>
          </p:cNvPr>
          <p:cNvSpPr>
            <a:spLocks noGrp="1"/>
          </p:cNvSpPr>
          <p:nvPr>
            <p:ph sz="half" idx="1"/>
          </p:nvPr>
        </p:nvSpPr>
        <p:spPr>
          <a:xfrm>
            <a:off x="628650" y="1143000"/>
            <a:ext cx="7886700" cy="5027394"/>
          </a:xfrm>
        </p:spPr>
        <p:txBody>
          <a:bodyPr>
            <a:noAutofit/>
          </a:bodyPr>
          <a:lstStyle/>
          <a:p>
            <a:pPr marL="0" indent="0">
              <a:buNone/>
            </a:pPr>
            <a:r>
              <a:rPr lang="en-US" sz="1200" dirty="0"/>
              <a:t>4.   </a:t>
            </a:r>
            <a:r>
              <a:rPr lang="en-US" sz="1200" dirty="0">
                <a:latin typeface="Times New Roman" panose="02020603050405020304" pitchFamily="18" charset="0"/>
                <a:cs typeface="Times New Roman" panose="02020603050405020304" pitchFamily="18" charset="0"/>
              </a:rPr>
              <a:t>Hybrid Training with Combined Models:</a:t>
            </a:r>
          </a:p>
          <a:p>
            <a:r>
              <a:rPr lang="en-US" sz="1200" dirty="0">
                <a:latin typeface="Times New Roman" panose="02020603050405020304" pitchFamily="18" charset="0"/>
                <a:cs typeface="Times New Roman" panose="02020603050405020304" pitchFamily="18" charset="0"/>
              </a:rPr>
              <a:t>Train the combined YOLOv8 and ResNet-50 models using a cross-entropy loss function to classify the KOA stages.</a:t>
            </a:r>
          </a:p>
          <a:p>
            <a:r>
              <a:rPr lang="en-US" sz="1200" dirty="0">
                <a:latin typeface="Times New Roman" panose="02020603050405020304" pitchFamily="18" charset="0"/>
                <a:cs typeface="Times New Roman" panose="02020603050405020304" pitchFamily="18" charset="0"/>
              </a:rPr>
              <a:t>Transfer learning is applied by fine-tuning ResNet-50 using pre-trained weights from the ImageNet dataset, improving the model’s generalization on medical images with fewer labeled samples. </a:t>
            </a:r>
          </a:p>
          <a:p>
            <a:r>
              <a:rPr lang="en-US" sz="1200" dirty="0">
                <a:latin typeface="Times New Roman" panose="02020603050405020304" pitchFamily="18" charset="0"/>
                <a:cs typeface="Times New Roman" panose="02020603050405020304" pitchFamily="18" charset="0"/>
              </a:rPr>
              <a:t>Hyperparameter tuning, dropout layers, and data augmentation are employed to prevent overfitting and improve the model’s ability to generalize across diverse KOA cases.</a:t>
            </a:r>
          </a:p>
          <a:p>
            <a:pPr marL="0" indent="0">
              <a:buNone/>
            </a:pPr>
            <a:r>
              <a:rPr lang="en-US" sz="1200" dirty="0">
                <a:latin typeface="Times New Roman" panose="02020603050405020304" pitchFamily="18" charset="0"/>
                <a:cs typeface="Times New Roman" panose="02020603050405020304" pitchFamily="18" charset="0"/>
              </a:rPr>
              <a:t>5. </a:t>
            </a:r>
            <a:r>
              <a:rPr lang="en-IN" sz="1200" dirty="0">
                <a:latin typeface="Times New Roman" panose="02020603050405020304" pitchFamily="18" charset="0"/>
                <a:cs typeface="Times New Roman" panose="02020603050405020304" pitchFamily="18" charset="0"/>
              </a:rPr>
              <a:t>Model Evaluation and Performance:</a:t>
            </a:r>
          </a:p>
          <a:p>
            <a:r>
              <a:rPr lang="en-US" sz="1200" dirty="0">
                <a:latin typeface="Times New Roman" panose="02020603050405020304" pitchFamily="18" charset="0"/>
                <a:cs typeface="Times New Roman" panose="02020603050405020304" pitchFamily="18" charset="0"/>
              </a:rPr>
              <a:t>The model’s performance is evaluated using common classification metrics:</a:t>
            </a:r>
          </a:p>
          <a:p>
            <a:pPr lvl="1"/>
            <a:r>
              <a:rPr lang="en-US" sz="1200" dirty="0">
                <a:latin typeface="Times New Roman" panose="02020603050405020304" pitchFamily="18" charset="0"/>
                <a:cs typeface="Times New Roman" panose="02020603050405020304" pitchFamily="18" charset="0"/>
              </a:rPr>
              <a:t>Accuracy, Precision, Recall, F1-score.</a:t>
            </a:r>
          </a:p>
          <a:p>
            <a:pPr lvl="1"/>
            <a:r>
              <a:rPr lang="en-US" sz="1200" dirty="0">
                <a:latin typeface="Times New Roman" panose="02020603050405020304" pitchFamily="18" charset="0"/>
                <a:cs typeface="Times New Roman" panose="02020603050405020304" pitchFamily="18" charset="0"/>
              </a:rPr>
              <a:t>Confusion Matrix: Helps visualize how well the model distinguishes between different KOA grades.</a:t>
            </a:r>
          </a:p>
        </p:txBody>
      </p:sp>
      <p:sp>
        <p:nvSpPr>
          <p:cNvPr id="4" name="Rectangle 3">
            <a:extLst>
              <a:ext uri="{FF2B5EF4-FFF2-40B4-BE49-F238E27FC236}">
                <a16:creationId xmlns:a16="http://schemas.microsoft.com/office/drawing/2014/main" id="{1E35CE0F-4580-74DD-7C4E-90A9A9C83D5C}"/>
              </a:ext>
            </a:extLst>
          </p:cNvPr>
          <p:cNvSpPr/>
          <p:nvPr/>
        </p:nvSpPr>
        <p:spPr>
          <a:xfrm>
            <a:off x="4094144" y="3278959"/>
            <a:ext cx="276038" cy="300082"/>
          </a:xfrm>
          <a:prstGeom prst="rect">
            <a:avLst/>
          </a:prstGeom>
        </p:spPr>
        <p:txBody>
          <a:bodyPr wrap="none">
            <a:spAutoFit/>
          </a:bodyPr>
          <a:lstStyle/>
          <a:p>
            <a:r>
              <a:rPr lang="en-US" dirty="0">
                <a:solidFill>
                  <a:srgbClr val="FFFFFF"/>
                </a:solidFill>
              </a:rPr>
              <a:t>n</a:t>
            </a:r>
            <a:endParaRPr lang="en-US" dirty="0"/>
          </a:p>
        </p:txBody>
      </p:sp>
      <p:sp>
        <p:nvSpPr>
          <p:cNvPr id="7" name="Rectangle 2">
            <a:extLst>
              <a:ext uri="{FF2B5EF4-FFF2-40B4-BE49-F238E27FC236}">
                <a16:creationId xmlns:a16="http://schemas.microsoft.com/office/drawing/2014/main" id="{9136BB0B-EFF4-1E5A-7CF7-03D5B7581880}"/>
              </a:ext>
            </a:extLst>
          </p:cNvPr>
          <p:cNvSpPr txBox="1">
            <a:spLocks noChangeArrowheads="1"/>
          </p:cNvSpPr>
          <p:nvPr/>
        </p:nvSpPr>
        <p:spPr>
          <a:xfrm>
            <a:off x="628650" y="30063"/>
            <a:ext cx="6536079" cy="870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dirty="0">
                <a:solidFill>
                  <a:schemeClr val="bg1"/>
                </a:solidFill>
                <a:latin typeface="Times New Roman" panose="02020603050405020304" pitchFamily="18" charset="0"/>
                <a:cs typeface="Times New Roman" panose="02020603050405020304" pitchFamily="18" charset="0"/>
              </a:rPr>
              <a:t>UNDERSTANDING THE FUNCTIONS</a:t>
            </a:r>
          </a:p>
        </p:txBody>
      </p:sp>
      <p:sp>
        <p:nvSpPr>
          <p:cNvPr id="2" name="Slide Number Placeholder 1">
            <a:extLst>
              <a:ext uri="{FF2B5EF4-FFF2-40B4-BE49-F238E27FC236}">
                <a16:creationId xmlns:a16="http://schemas.microsoft.com/office/drawing/2014/main" id="{6B38D4E4-1038-0215-09A5-385240A0077C}"/>
              </a:ext>
            </a:extLst>
          </p:cNvPr>
          <p:cNvSpPr>
            <a:spLocks noGrp="1"/>
          </p:cNvSpPr>
          <p:nvPr>
            <p:ph type="sldNum" sz="quarter" idx="12"/>
          </p:nvPr>
        </p:nvSpPr>
        <p:spPr/>
        <p:txBody>
          <a:bodyPr/>
          <a:lstStyle/>
          <a:p>
            <a:fld id="{1825A77A-971A-3244-890F-3B99F774724A}" type="slidenum">
              <a:rPr lang="en-US" smtClean="0"/>
              <a:pPr/>
              <a:t>12</a:t>
            </a:fld>
            <a:endParaRPr lang="en-US" dirty="0"/>
          </a:p>
        </p:txBody>
      </p:sp>
    </p:spTree>
    <p:extLst>
      <p:ext uri="{BB962C8B-B14F-4D97-AF65-F5344CB8AC3E}">
        <p14:creationId xmlns:p14="http://schemas.microsoft.com/office/powerpoint/2010/main" val="3017646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89EA3-713A-D2E2-D009-9D1CD561CBB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16C5E7-D8B2-A166-C8D2-6CBDC614F85A}"/>
              </a:ext>
            </a:extLst>
          </p:cNvPr>
          <p:cNvSpPr>
            <a:spLocks noGrp="1"/>
          </p:cNvSpPr>
          <p:nvPr>
            <p:ph sz="half" idx="1"/>
          </p:nvPr>
        </p:nvSpPr>
        <p:spPr>
          <a:xfrm>
            <a:off x="628650" y="1143000"/>
            <a:ext cx="7886700" cy="5027394"/>
          </a:xfrm>
        </p:spPr>
        <p:txBody>
          <a:bodyPr>
            <a:noAutofit/>
          </a:bodyPr>
          <a:lstStyle/>
          <a:p>
            <a:pPr algn="just"/>
            <a:r>
              <a:rPr lang="en-US" sz="1400" dirty="0">
                <a:latin typeface="Times New Roman" panose="02020603050405020304" pitchFamily="18" charset="0"/>
                <a:cs typeface="Times New Roman" panose="02020603050405020304" pitchFamily="18" charset="0"/>
              </a:rPr>
              <a:t>In this project, we assessed the performance of the YOLOv8 model combined with ResNet-50 for classifying the stages of Knee Osteoarthritis (KOA) from X-ray images. The model exhibited moderate performance, indicating potential but also highlighting areas requiring improvement, particularly in early-stage detection.</a:t>
            </a:r>
          </a:p>
          <a:p>
            <a:pPr algn="just"/>
            <a:r>
              <a:rPr lang="en-US" sz="1400" dirty="0">
                <a:latin typeface="Times New Roman" panose="02020603050405020304" pitchFamily="18" charset="0"/>
                <a:cs typeface="Times New Roman" panose="02020603050405020304" pitchFamily="18" charset="0"/>
              </a:rPr>
              <a:t>Accuracy: </a:t>
            </a:r>
            <a:r>
              <a:rPr lang="en-US" sz="1400" dirty="0"/>
              <a:t>The Hybrid model achieved an accuracy of 70.29%, with macro and weighted averages of 69.11% and 69.61%, respectively. This indicates that the model generally performs well but has room for improvement, especially in distinguishing between early-stage KOA and more severe stages.</a:t>
            </a:r>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Precision, Recall and F1 Score : </a:t>
            </a:r>
            <a:r>
              <a:rPr lang="en-US" sz="1400" dirty="0"/>
              <a:t>For higher-grade stages (Grade 3 and Grade 4), the model shows strong precision and recall, with values as high as 0.88 and 0.82 for Grade 3, and 0.87 and 0.83 for Grade 4. However, the precision and recall for Grade 1 (Doubtful) and Grade 2 (Minimal) are much lower, indicating that these early-stage grades are more challenging for the model to classify accurately</a:t>
            </a:r>
            <a:r>
              <a:rPr lang="en-US" sz="1400" dirty="0">
                <a:latin typeface="Times New Roman" panose="02020603050405020304" pitchFamily="18" charset="0"/>
                <a:cs typeface="Times New Roman" panose="02020603050405020304" pitchFamily="18" charset="0"/>
              </a:rPr>
              <a:t>.</a:t>
            </a:r>
          </a:p>
          <a:p>
            <a:pPr algn="just"/>
            <a:r>
              <a:rPr lang="en-US" sz="1400" dirty="0">
                <a:latin typeface="Times New Roman" panose="02020603050405020304" pitchFamily="18" charset="0"/>
                <a:cs typeface="Times New Roman" panose="02020603050405020304" pitchFamily="18" charset="0"/>
              </a:rPr>
              <a:t>Confusion Matrix: </a:t>
            </a:r>
            <a:r>
              <a:rPr lang="en-US" sz="1400" dirty="0"/>
              <a:t>The confusion matrix reveals that Grade 0 (Healthy) has a high correct classification rate (576 out of 639), while Grade 4 (Severe) shows minimal misclassification (42 misclassified out of 423). The model faces more difficulty distinguishing between Grade 1 and Grade 2, leading to some misclassification in these categories, which affects its overall accuracy for early stages.</a:t>
            </a:r>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Strengths: </a:t>
            </a:r>
            <a:r>
              <a:rPr lang="en-US" sz="1400" dirty="0"/>
              <a:t>The model's strengths lie in its ability to accurately identify severe cases (Grade 4), with 87.5% accuracy, and healthy knees (Grade 0), with 73.47% accuracy. These stages show fewer misclassifications, which demonstrates the model's proficiency in detecting extreme conditions</a:t>
            </a:r>
            <a:r>
              <a:rPr lang="en-US" sz="1400" dirty="0">
                <a:latin typeface="Times New Roman" panose="02020603050405020304" pitchFamily="18" charset="0"/>
                <a:cs typeface="Times New Roman" panose="02020603050405020304" pitchFamily="18" charset="0"/>
              </a:rPr>
              <a:t>.</a:t>
            </a:r>
          </a:p>
          <a:p>
            <a:pPr algn="just"/>
            <a:r>
              <a:rPr lang="en-IN" sz="1400" dirty="0"/>
              <a:t>Weaknesses: </a:t>
            </a:r>
            <a:r>
              <a:rPr lang="en-US" sz="1400" dirty="0"/>
              <a:t>The model struggles to distinguish between Grade 1 (Doubtful) and Grade 2 (Minimal), with accuracy dropping to 37.1% for Grade 1. This suggests that the model needs improvement, especially in recognizing subtle differences between early-stage KOA and normal or minimal conditions</a:t>
            </a:r>
            <a:r>
              <a:rPr lang="en-US" sz="1400" dirty="0">
                <a:latin typeface="Times New Roman" panose="02020603050405020304" pitchFamily="18" charset="0"/>
                <a:cs typeface="Times New Roman" panose="02020603050405020304" pitchFamily="18" charset="0"/>
              </a:rPr>
              <a:t>.</a:t>
            </a:r>
          </a:p>
        </p:txBody>
      </p:sp>
      <p:sp>
        <p:nvSpPr>
          <p:cNvPr id="7" name="Rectangle 2">
            <a:extLst>
              <a:ext uri="{FF2B5EF4-FFF2-40B4-BE49-F238E27FC236}">
                <a16:creationId xmlns:a16="http://schemas.microsoft.com/office/drawing/2014/main" id="{3D9F781A-F2C5-F8E5-F196-A1A795C5CA2B}"/>
              </a:ext>
            </a:extLst>
          </p:cNvPr>
          <p:cNvSpPr txBox="1">
            <a:spLocks noChangeArrowheads="1"/>
          </p:cNvSpPr>
          <p:nvPr/>
        </p:nvSpPr>
        <p:spPr>
          <a:xfrm>
            <a:off x="628650" y="30063"/>
            <a:ext cx="6536079" cy="870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dirty="0">
                <a:solidFill>
                  <a:schemeClr val="bg1"/>
                </a:solidFill>
                <a:latin typeface="Times New Roman" panose="02020603050405020304" pitchFamily="18" charset="0"/>
                <a:cs typeface="Times New Roman" panose="02020603050405020304" pitchFamily="18" charset="0"/>
              </a:rPr>
              <a:t>OBTAINED RESULTS COMBINED</a:t>
            </a:r>
          </a:p>
        </p:txBody>
      </p:sp>
      <p:sp>
        <p:nvSpPr>
          <p:cNvPr id="2" name="Slide Number Placeholder 1">
            <a:extLst>
              <a:ext uri="{FF2B5EF4-FFF2-40B4-BE49-F238E27FC236}">
                <a16:creationId xmlns:a16="http://schemas.microsoft.com/office/drawing/2014/main" id="{A90656CC-236E-A424-D2E7-66A9E024A1DA}"/>
              </a:ext>
            </a:extLst>
          </p:cNvPr>
          <p:cNvSpPr>
            <a:spLocks noGrp="1"/>
          </p:cNvSpPr>
          <p:nvPr>
            <p:ph type="sldNum" sz="quarter" idx="12"/>
          </p:nvPr>
        </p:nvSpPr>
        <p:spPr/>
        <p:txBody>
          <a:bodyPr/>
          <a:lstStyle/>
          <a:p>
            <a:fld id="{1825A77A-971A-3244-890F-3B99F774724A}" type="slidenum">
              <a:rPr lang="en-US" smtClean="0"/>
              <a:pPr/>
              <a:t>13</a:t>
            </a:fld>
            <a:endParaRPr lang="en-US" dirty="0"/>
          </a:p>
        </p:txBody>
      </p:sp>
    </p:spTree>
    <p:extLst>
      <p:ext uri="{BB962C8B-B14F-4D97-AF65-F5344CB8AC3E}">
        <p14:creationId xmlns:p14="http://schemas.microsoft.com/office/powerpoint/2010/main" val="739169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D88AC-2219-550D-EBC1-4235FEDFDE3E}"/>
            </a:ext>
          </a:extLst>
        </p:cNvPr>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67482234-1D99-A990-C3E7-2224780FE98D}"/>
              </a:ext>
            </a:extLst>
          </p:cNvPr>
          <p:cNvPicPr>
            <a:picLocks noGrp="1" noChangeAspect="1"/>
          </p:cNvPicPr>
          <p:nvPr>
            <p:ph sz="half" idx="1"/>
          </p:nvPr>
        </p:nvPicPr>
        <p:blipFill>
          <a:blip r:embed="rId2"/>
          <a:stretch>
            <a:fillRect/>
          </a:stretch>
        </p:blipFill>
        <p:spPr>
          <a:xfrm>
            <a:off x="533400" y="1517650"/>
            <a:ext cx="3473450" cy="4489450"/>
          </a:xfrm>
          <a:prstGeom prst="rect">
            <a:avLst/>
          </a:prstGeom>
        </p:spPr>
      </p:pic>
      <p:sp>
        <p:nvSpPr>
          <p:cNvPr id="4" name="Rectangle 3">
            <a:extLst>
              <a:ext uri="{FF2B5EF4-FFF2-40B4-BE49-F238E27FC236}">
                <a16:creationId xmlns:a16="http://schemas.microsoft.com/office/drawing/2014/main" id="{03F45CC8-8A96-DBDF-56FA-498F5EDD2E7D}"/>
              </a:ext>
            </a:extLst>
          </p:cNvPr>
          <p:cNvSpPr/>
          <p:nvPr/>
        </p:nvSpPr>
        <p:spPr>
          <a:xfrm>
            <a:off x="4094144" y="3278959"/>
            <a:ext cx="955711" cy="300082"/>
          </a:xfrm>
          <a:prstGeom prst="rect">
            <a:avLst/>
          </a:prstGeom>
        </p:spPr>
        <p:txBody>
          <a:bodyPr wrap="none">
            <a:spAutoFit/>
          </a:bodyPr>
          <a:lstStyle/>
          <a:p>
            <a:r>
              <a:rPr lang="en-US" dirty="0">
                <a:solidFill>
                  <a:srgbClr val="FFFFFF"/>
                </a:solidFill>
              </a:rPr>
              <a:t>Conclusion</a:t>
            </a:r>
            <a:endParaRPr lang="en-US" dirty="0"/>
          </a:p>
        </p:txBody>
      </p:sp>
      <p:sp>
        <p:nvSpPr>
          <p:cNvPr id="7" name="Rectangle 2">
            <a:extLst>
              <a:ext uri="{FF2B5EF4-FFF2-40B4-BE49-F238E27FC236}">
                <a16:creationId xmlns:a16="http://schemas.microsoft.com/office/drawing/2014/main" id="{5C4106C1-0A26-1C88-66B1-5299925243AF}"/>
              </a:ext>
            </a:extLst>
          </p:cNvPr>
          <p:cNvSpPr txBox="1">
            <a:spLocks noChangeArrowheads="1"/>
          </p:cNvSpPr>
          <p:nvPr/>
        </p:nvSpPr>
        <p:spPr>
          <a:xfrm>
            <a:off x="628650" y="30063"/>
            <a:ext cx="6536079" cy="870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dirty="0">
                <a:solidFill>
                  <a:schemeClr val="bg1"/>
                </a:solidFill>
                <a:latin typeface="Times New Roman" panose="02020603050405020304" pitchFamily="18" charset="0"/>
                <a:cs typeface="Times New Roman" panose="02020603050405020304" pitchFamily="18" charset="0"/>
              </a:rPr>
              <a:t>OBTAINED RESULTS RESNET50</a:t>
            </a:r>
          </a:p>
        </p:txBody>
      </p:sp>
      <p:sp>
        <p:nvSpPr>
          <p:cNvPr id="2" name="Slide Number Placeholder 1">
            <a:extLst>
              <a:ext uri="{FF2B5EF4-FFF2-40B4-BE49-F238E27FC236}">
                <a16:creationId xmlns:a16="http://schemas.microsoft.com/office/drawing/2014/main" id="{29112ABA-FB1C-DAE7-BE17-2CB58AE88254}"/>
              </a:ext>
            </a:extLst>
          </p:cNvPr>
          <p:cNvSpPr>
            <a:spLocks noGrp="1"/>
          </p:cNvSpPr>
          <p:nvPr>
            <p:ph type="sldNum" sz="quarter" idx="12"/>
          </p:nvPr>
        </p:nvSpPr>
        <p:spPr/>
        <p:txBody>
          <a:bodyPr/>
          <a:lstStyle/>
          <a:p>
            <a:fld id="{1825A77A-971A-3244-890F-3B99F774724A}" type="slidenum">
              <a:rPr lang="en-US" smtClean="0"/>
              <a:pPr/>
              <a:t>14</a:t>
            </a:fld>
            <a:endParaRPr lang="en-US" dirty="0"/>
          </a:p>
        </p:txBody>
      </p:sp>
      <p:pic>
        <p:nvPicPr>
          <p:cNvPr id="11" name="Picture 10">
            <a:extLst>
              <a:ext uri="{FF2B5EF4-FFF2-40B4-BE49-F238E27FC236}">
                <a16:creationId xmlns:a16="http://schemas.microsoft.com/office/drawing/2014/main" id="{C8C0A25F-6024-20FE-9C29-5944C2C2E1C0}"/>
              </a:ext>
            </a:extLst>
          </p:cNvPr>
          <p:cNvPicPr>
            <a:picLocks noChangeAspect="1"/>
          </p:cNvPicPr>
          <p:nvPr/>
        </p:nvPicPr>
        <p:blipFill>
          <a:blip r:embed="rId3"/>
          <a:stretch>
            <a:fillRect/>
          </a:stretch>
        </p:blipFill>
        <p:spPr>
          <a:xfrm>
            <a:off x="3847962" y="1187674"/>
            <a:ext cx="4921388" cy="5270423"/>
          </a:xfrm>
          <a:prstGeom prst="rect">
            <a:avLst/>
          </a:prstGeom>
        </p:spPr>
      </p:pic>
    </p:spTree>
    <p:extLst>
      <p:ext uri="{BB962C8B-B14F-4D97-AF65-F5344CB8AC3E}">
        <p14:creationId xmlns:p14="http://schemas.microsoft.com/office/powerpoint/2010/main" val="32412938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5FC19-C147-5E58-7CAF-A039791DFF7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701365F-7E72-A8E8-04DB-7D39B4110643}"/>
              </a:ext>
            </a:extLst>
          </p:cNvPr>
          <p:cNvSpPr/>
          <p:nvPr/>
        </p:nvSpPr>
        <p:spPr>
          <a:xfrm>
            <a:off x="4094144" y="3278959"/>
            <a:ext cx="955711" cy="300082"/>
          </a:xfrm>
          <a:prstGeom prst="rect">
            <a:avLst/>
          </a:prstGeom>
        </p:spPr>
        <p:txBody>
          <a:bodyPr wrap="none">
            <a:spAutoFit/>
          </a:bodyPr>
          <a:lstStyle/>
          <a:p>
            <a:r>
              <a:rPr lang="en-US" dirty="0">
                <a:solidFill>
                  <a:srgbClr val="FFFFFF"/>
                </a:solidFill>
              </a:rPr>
              <a:t>Conclusion</a:t>
            </a:r>
            <a:endParaRPr lang="en-US" dirty="0"/>
          </a:p>
        </p:txBody>
      </p:sp>
      <p:sp>
        <p:nvSpPr>
          <p:cNvPr id="7" name="Rectangle 2">
            <a:extLst>
              <a:ext uri="{FF2B5EF4-FFF2-40B4-BE49-F238E27FC236}">
                <a16:creationId xmlns:a16="http://schemas.microsoft.com/office/drawing/2014/main" id="{48D4AC71-6742-960F-1CBC-D25E370E858A}"/>
              </a:ext>
            </a:extLst>
          </p:cNvPr>
          <p:cNvSpPr txBox="1">
            <a:spLocks noChangeArrowheads="1"/>
          </p:cNvSpPr>
          <p:nvPr/>
        </p:nvSpPr>
        <p:spPr>
          <a:xfrm>
            <a:off x="628650" y="30063"/>
            <a:ext cx="6536079" cy="870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dirty="0">
                <a:solidFill>
                  <a:schemeClr val="bg1"/>
                </a:solidFill>
                <a:latin typeface="Times New Roman" panose="02020603050405020304" pitchFamily="18" charset="0"/>
                <a:cs typeface="Times New Roman" panose="02020603050405020304" pitchFamily="18" charset="0"/>
              </a:rPr>
              <a:t>OBTAINED RESULTS YOLOv8</a:t>
            </a:r>
          </a:p>
        </p:txBody>
      </p:sp>
      <p:sp>
        <p:nvSpPr>
          <p:cNvPr id="2" name="Slide Number Placeholder 1">
            <a:extLst>
              <a:ext uri="{FF2B5EF4-FFF2-40B4-BE49-F238E27FC236}">
                <a16:creationId xmlns:a16="http://schemas.microsoft.com/office/drawing/2014/main" id="{2AB58EA6-53BC-9E74-8B78-70C545F60D73}"/>
              </a:ext>
            </a:extLst>
          </p:cNvPr>
          <p:cNvSpPr>
            <a:spLocks noGrp="1"/>
          </p:cNvSpPr>
          <p:nvPr>
            <p:ph type="sldNum" sz="quarter" idx="12"/>
          </p:nvPr>
        </p:nvSpPr>
        <p:spPr/>
        <p:txBody>
          <a:bodyPr/>
          <a:lstStyle/>
          <a:p>
            <a:fld id="{1825A77A-971A-3244-890F-3B99F774724A}" type="slidenum">
              <a:rPr lang="en-US" smtClean="0"/>
              <a:pPr/>
              <a:t>15</a:t>
            </a:fld>
            <a:endParaRPr lang="en-US" dirty="0"/>
          </a:p>
        </p:txBody>
      </p:sp>
      <p:pic>
        <p:nvPicPr>
          <p:cNvPr id="6" name="Picture 5" descr="A collage of x-ray images of a knee joint&#10;&#10;AI-generated content may be incorrect.">
            <a:extLst>
              <a:ext uri="{FF2B5EF4-FFF2-40B4-BE49-F238E27FC236}">
                <a16:creationId xmlns:a16="http://schemas.microsoft.com/office/drawing/2014/main" id="{851E5ED1-30E2-D74D-EB5E-9EC3DC088E0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2666" y="2105466"/>
            <a:ext cx="3179629" cy="2647068"/>
          </a:xfrm>
          <a:prstGeom prst="rect">
            <a:avLst/>
          </a:prstGeom>
          <a:noFill/>
          <a:ln>
            <a:noFill/>
          </a:ln>
        </p:spPr>
      </p:pic>
      <p:pic>
        <p:nvPicPr>
          <p:cNvPr id="8" name="Content Placeholder 7" descr="A screenshot of a computer screen&#10;&#10;AI-generated content may be incorrect.">
            <a:extLst>
              <a:ext uri="{FF2B5EF4-FFF2-40B4-BE49-F238E27FC236}">
                <a16:creationId xmlns:a16="http://schemas.microsoft.com/office/drawing/2014/main" id="{85E5AEF2-58F8-51F1-F894-989C923DBC75}"/>
              </a:ext>
            </a:extLst>
          </p:cNvPr>
          <p:cNvPicPr>
            <a:picLocks noGrp="1" noChangeAspect="1"/>
          </p:cNvPicPr>
          <p:nvPr>
            <p:ph sz="half" idx="1"/>
          </p:nvPr>
        </p:nvPicPr>
        <p:blipFill>
          <a:blip r:embed="rId3" cstate="print">
            <a:extLst>
              <a:ext uri="{28A0092B-C50C-407E-A947-70E740481C1C}">
                <a14:useLocalDpi xmlns:a14="http://schemas.microsoft.com/office/drawing/2010/main" val="0"/>
              </a:ext>
            </a:extLst>
          </a:blip>
          <a:srcRect/>
          <a:stretch>
            <a:fillRect/>
          </a:stretch>
        </p:blipFill>
        <p:spPr bwMode="auto">
          <a:xfrm>
            <a:off x="4445668" y="2003138"/>
            <a:ext cx="3717157" cy="2951104"/>
          </a:xfrm>
          <a:prstGeom prst="rect">
            <a:avLst/>
          </a:prstGeom>
          <a:noFill/>
          <a:ln>
            <a:noFill/>
          </a:ln>
        </p:spPr>
      </p:pic>
    </p:spTree>
    <p:extLst>
      <p:ext uri="{BB962C8B-B14F-4D97-AF65-F5344CB8AC3E}">
        <p14:creationId xmlns:p14="http://schemas.microsoft.com/office/powerpoint/2010/main" val="16893619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FD674-DA27-44F9-0C87-EFAE03D620A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CBC38A4-AAD5-A603-DFDE-50571CD920DF}"/>
              </a:ext>
            </a:extLst>
          </p:cNvPr>
          <p:cNvSpPr/>
          <p:nvPr/>
        </p:nvSpPr>
        <p:spPr>
          <a:xfrm>
            <a:off x="4094144" y="3278959"/>
            <a:ext cx="955711" cy="300082"/>
          </a:xfrm>
          <a:prstGeom prst="rect">
            <a:avLst/>
          </a:prstGeom>
        </p:spPr>
        <p:txBody>
          <a:bodyPr wrap="none">
            <a:spAutoFit/>
          </a:bodyPr>
          <a:lstStyle/>
          <a:p>
            <a:r>
              <a:rPr lang="en-US" dirty="0">
                <a:solidFill>
                  <a:srgbClr val="FFFFFF"/>
                </a:solidFill>
              </a:rPr>
              <a:t>Conclusion</a:t>
            </a:r>
            <a:endParaRPr lang="en-US" dirty="0"/>
          </a:p>
        </p:txBody>
      </p:sp>
      <p:sp>
        <p:nvSpPr>
          <p:cNvPr id="7" name="Rectangle 2">
            <a:extLst>
              <a:ext uri="{FF2B5EF4-FFF2-40B4-BE49-F238E27FC236}">
                <a16:creationId xmlns:a16="http://schemas.microsoft.com/office/drawing/2014/main" id="{617BF745-AECC-4653-51C8-4F4FD77FDB41}"/>
              </a:ext>
            </a:extLst>
          </p:cNvPr>
          <p:cNvSpPr txBox="1">
            <a:spLocks noChangeArrowheads="1"/>
          </p:cNvSpPr>
          <p:nvPr/>
        </p:nvSpPr>
        <p:spPr>
          <a:xfrm>
            <a:off x="628650" y="30063"/>
            <a:ext cx="6536079" cy="870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dirty="0">
                <a:solidFill>
                  <a:schemeClr val="bg1"/>
                </a:solidFill>
                <a:latin typeface="Times New Roman" panose="02020603050405020304" pitchFamily="18" charset="0"/>
                <a:cs typeface="Times New Roman" panose="02020603050405020304" pitchFamily="18" charset="0"/>
              </a:rPr>
              <a:t>OBTAINED RESULTS YOLOv8</a:t>
            </a:r>
          </a:p>
        </p:txBody>
      </p:sp>
      <p:sp>
        <p:nvSpPr>
          <p:cNvPr id="2" name="Slide Number Placeholder 1">
            <a:extLst>
              <a:ext uri="{FF2B5EF4-FFF2-40B4-BE49-F238E27FC236}">
                <a16:creationId xmlns:a16="http://schemas.microsoft.com/office/drawing/2014/main" id="{D642890C-0074-50FD-238B-6CFB5916075B}"/>
              </a:ext>
            </a:extLst>
          </p:cNvPr>
          <p:cNvSpPr>
            <a:spLocks noGrp="1"/>
          </p:cNvSpPr>
          <p:nvPr>
            <p:ph type="sldNum" sz="quarter" idx="12"/>
          </p:nvPr>
        </p:nvSpPr>
        <p:spPr/>
        <p:txBody>
          <a:bodyPr/>
          <a:lstStyle/>
          <a:p>
            <a:fld id="{1825A77A-971A-3244-890F-3B99F774724A}" type="slidenum">
              <a:rPr lang="en-US" smtClean="0"/>
              <a:pPr/>
              <a:t>16</a:t>
            </a:fld>
            <a:endParaRPr lang="en-US" dirty="0"/>
          </a:p>
        </p:txBody>
      </p:sp>
      <p:sp>
        <p:nvSpPr>
          <p:cNvPr id="5" name="Content Placeholder 4">
            <a:extLst>
              <a:ext uri="{FF2B5EF4-FFF2-40B4-BE49-F238E27FC236}">
                <a16:creationId xmlns:a16="http://schemas.microsoft.com/office/drawing/2014/main" id="{E239FDB5-72CA-A251-98D5-E8E70B0C2D10}"/>
              </a:ext>
            </a:extLst>
          </p:cNvPr>
          <p:cNvSpPr>
            <a:spLocks noGrp="1"/>
          </p:cNvSpPr>
          <p:nvPr>
            <p:ph sz="half" idx="1"/>
          </p:nvPr>
        </p:nvSpPr>
        <p:spPr>
          <a:xfrm>
            <a:off x="628650" y="5957046"/>
            <a:ext cx="7886700" cy="213348"/>
          </a:xfrm>
        </p:spPr>
        <p:txBody>
          <a:bodyPr>
            <a:normAutofit fontScale="32500" lnSpcReduction="20000"/>
          </a:bodyPr>
          <a:lstStyle/>
          <a:p>
            <a:pPr marL="0" indent="0">
              <a:buNone/>
            </a:pPr>
            <a:endParaRPr lang="en-IN" dirty="0"/>
          </a:p>
        </p:txBody>
      </p:sp>
      <p:pic>
        <p:nvPicPr>
          <p:cNvPr id="9" name="Picture 8" descr="A group of graphs with numbers&#10;&#10;AI-generated content may be incorrect.">
            <a:extLst>
              <a:ext uri="{FF2B5EF4-FFF2-40B4-BE49-F238E27FC236}">
                <a16:creationId xmlns:a16="http://schemas.microsoft.com/office/drawing/2014/main" id="{1D1F8BC8-BADE-952C-225A-A6D2687223E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49855" y="1602544"/>
            <a:ext cx="3135630" cy="3281680"/>
          </a:xfrm>
          <a:prstGeom prst="rect">
            <a:avLst/>
          </a:prstGeom>
          <a:noFill/>
          <a:ln>
            <a:noFill/>
          </a:ln>
        </p:spPr>
      </p:pic>
      <p:pic>
        <p:nvPicPr>
          <p:cNvPr id="11" name="Picture 10" descr="A screenshot of a computer screen&#10;&#10;AI-generated content may be incorrect.">
            <a:extLst>
              <a:ext uri="{FF2B5EF4-FFF2-40B4-BE49-F238E27FC236}">
                <a16:creationId xmlns:a16="http://schemas.microsoft.com/office/drawing/2014/main" id="{029A1D63-A1E2-DC36-3C36-F8C446EB77A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855" y="1992080"/>
            <a:ext cx="3573379" cy="2573758"/>
          </a:xfrm>
          <a:prstGeom prst="rect">
            <a:avLst/>
          </a:prstGeom>
          <a:noFill/>
          <a:ln>
            <a:noFill/>
          </a:ln>
        </p:spPr>
      </p:pic>
    </p:spTree>
    <p:extLst>
      <p:ext uri="{BB962C8B-B14F-4D97-AF65-F5344CB8AC3E}">
        <p14:creationId xmlns:p14="http://schemas.microsoft.com/office/powerpoint/2010/main" val="558427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C6632-4D40-55B8-2D08-2C248FCDE59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F95D873-08A0-67B7-5F9F-FAA4E0096D94}"/>
              </a:ext>
            </a:extLst>
          </p:cNvPr>
          <p:cNvSpPr/>
          <p:nvPr/>
        </p:nvSpPr>
        <p:spPr>
          <a:xfrm>
            <a:off x="4094144" y="3278959"/>
            <a:ext cx="955711" cy="300082"/>
          </a:xfrm>
          <a:prstGeom prst="rect">
            <a:avLst/>
          </a:prstGeom>
        </p:spPr>
        <p:txBody>
          <a:bodyPr wrap="none">
            <a:spAutoFit/>
          </a:bodyPr>
          <a:lstStyle/>
          <a:p>
            <a:r>
              <a:rPr lang="en-US" dirty="0">
                <a:solidFill>
                  <a:srgbClr val="FFFFFF"/>
                </a:solidFill>
              </a:rPr>
              <a:t>Conclusion</a:t>
            </a:r>
            <a:endParaRPr lang="en-US" dirty="0"/>
          </a:p>
        </p:txBody>
      </p:sp>
      <p:sp>
        <p:nvSpPr>
          <p:cNvPr id="7" name="Rectangle 2">
            <a:extLst>
              <a:ext uri="{FF2B5EF4-FFF2-40B4-BE49-F238E27FC236}">
                <a16:creationId xmlns:a16="http://schemas.microsoft.com/office/drawing/2014/main" id="{47D469ED-FC14-6349-040E-312D2496700F}"/>
              </a:ext>
            </a:extLst>
          </p:cNvPr>
          <p:cNvSpPr txBox="1">
            <a:spLocks noChangeArrowheads="1"/>
          </p:cNvSpPr>
          <p:nvPr/>
        </p:nvSpPr>
        <p:spPr>
          <a:xfrm>
            <a:off x="628650" y="30063"/>
            <a:ext cx="6536079" cy="870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dirty="0">
                <a:solidFill>
                  <a:schemeClr val="bg1"/>
                </a:solidFill>
                <a:latin typeface="Times New Roman" panose="02020603050405020304" pitchFamily="18" charset="0"/>
                <a:cs typeface="Times New Roman" panose="02020603050405020304" pitchFamily="18" charset="0"/>
              </a:rPr>
              <a:t>OBTAINED RESULTS HYBRID MODEL</a:t>
            </a:r>
          </a:p>
        </p:txBody>
      </p:sp>
      <p:sp>
        <p:nvSpPr>
          <p:cNvPr id="2" name="Slide Number Placeholder 1">
            <a:extLst>
              <a:ext uri="{FF2B5EF4-FFF2-40B4-BE49-F238E27FC236}">
                <a16:creationId xmlns:a16="http://schemas.microsoft.com/office/drawing/2014/main" id="{1546F5E0-87D2-DCF5-1883-EC3E39AA77FD}"/>
              </a:ext>
            </a:extLst>
          </p:cNvPr>
          <p:cNvSpPr>
            <a:spLocks noGrp="1"/>
          </p:cNvSpPr>
          <p:nvPr>
            <p:ph type="sldNum" sz="quarter" idx="12"/>
          </p:nvPr>
        </p:nvSpPr>
        <p:spPr/>
        <p:txBody>
          <a:bodyPr/>
          <a:lstStyle/>
          <a:p>
            <a:fld id="{1825A77A-971A-3244-890F-3B99F774724A}" type="slidenum">
              <a:rPr lang="en-US" smtClean="0"/>
              <a:pPr/>
              <a:t>17</a:t>
            </a:fld>
            <a:endParaRPr lang="en-US" dirty="0"/>
          </a:p>
        </p:txBody>
      </p:sp>
      <p:sp>
        <p:nvSpPr>
          <p:cNvPr id="5" name="Content Placeholder 4">
            <a:extLst>
              <a:ext uri="{FF2B5EF4-FFF2-40B4-BE49-F238E27FC236}">
                <a16:creationId xmlns:a16="http://schemas.microsoft.com/office/drawing/2014/main" id="{5442C5CE-35B3-50EE-3F9B-54E9C36A75A5}"/>
              </a:ext>
            </a:extLst>
          </p:cNvPr>
          <p:cNvSpPr>
            <a:spLocks noGrp="1"/>
          </p:cNvSpPr>
          <p:nvPr>
            <p:ph sz="half" idx="1"/>
          </p:nvPr>
        </p:nvSpPr>
        <p:spPr>
          <a:xfrm>
            <a:off x="628650" y="5960532"/>
            <a:ext cx="7886700" cy="209861"/>
          </a:xfrm>
        </p:spPr>
        <p:txBody>
          <a:bodyPr>
            <a:normAutofit fontScale="32500" lnSpcReduction="20000"/>
          </a:bodyPr>
          <a:lstStyle/>
          <a:p>
            <a:endParaRPr lang="en-IN" dirty="0"/>
          </a:p>
        </p:txBody>
      </p:sp>
      <p:pic>
        <p:nvPicPr>
          <p:cNvPr id="3" name="Picture 2" descr="A screenshot of a graph&#10;&#10;AI-generated content may be incorrect.">
            <a:extLst>
              <a:ext uri="{FF2B5EF4-FFF2-40B4-BE49-F238E27FC236}">
                <a16:creationId xmlns:a16="http://schemas.microsoft.com/office/drawing/2014/main" id="{5694E844-08FA-3C46-B2AC-55A34D25A54C}"/>
              </a:ext>
            </a:extLst>
          </p:cNvPr>
          <p:cNvPicPr>
            <a:picLocks noChangeAspect="1"/>
          </p:cNvPicPr>
          <p:nvPr/>
        </p:nvPicPr>
        <p:blipFill>
          <a:blip r:embed="rId2"/>
          <a:stretch>
            <a:fillRect/>
          </a:stretch>
        </p:blipFill>
        <p:spPr>
          <a:xfrm>
            <a:off x="2195764" y="1612232"/>
            <a:ext cx="4162926" cy="4012599"/>
          </a:xfrm>
          <a:prstGeom prst="rect">
            <a:avLst/>
          </a:prstGeom>
        </p:spPr>
      </p:pic>
    </p:spTree>
    <p:extLst>
      <p:ext uri="{BB962C8B-B14F-4D97-AF65-F5344CB8AC3E}">
        <p14:creationId xmlns:p14="http://schemas.microsoft.com/office/powerpoint/2010/main" val="41536608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9FDC4-6ACD-E00F-C297-AF72BF5D704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270F50-8F10-E9BF-D2EC-44212C9873D3}"/>
              </a:ext>
            </a:extLst>
          </p:cNvPr>
          <p:cNvSpPr>
            <a:spLocks noGrp="1"/>
          </p:cNvSpPr>
          <p:nvPr>
            <p:ph sz="half" idx="1"/>
          </p:nvPr>
        </p:nvSpPr>
        <p:spPr>
          <a:xfrm>
            <a:off x="628650" y="1143000"/>
            <a:ext cx="7886700" cy="5027394"/>
          </a:xfrm>
        </p:spPr>
        <p:txBody>
          <a:bodyPr>
            <a:noAutofit/>
          </a:bodyPr>
          <a:lstStyle/>
          <a:p>
            <a:pPr marL="0" indent="0" algn="just">
              <a:buNone/>
            </a:pPr>
            <a:r>
              <a:rPr lang="en-US" sz="1800" dirty="0">
                <a:latin typeface="Times New Roman" panose="02020603050405020304" pitchFamily="18" charset="0"/>
                <a:cs typeface="Times New Roman" panose="02020603050405020304" pitchFamily="18" charset="0"/>
              </a:rPr>
              <a:t>In this project, we developed and evaluated a hybrid model combining ResNet50 and YOLOv8m for classifying the stages of Knee Osteoarthritis (KOA) from X-ray images. The hybrid model achieved a test accuracy of 70.29%, outperforming both individual models (ResNet50: 68.84%, YOLOv8m: 69.08%). </a:t>
            </a:r>
          </a:p>
          <a:p>
            <a:pPr marL="0" indent="0" algn="just">
              <a:buNone/>
            </a:pPr>
            <a:r>
              <a:rPr lang="en-US" sz="1800" dirty="0">
                <a:latin typeface="Times New Roman" panose="02020603050405020304" pitchFamily="18" charset="0"/>
                <a:cs typeface="Times New Roman" panose="02020603050405020304" pitchFamily="18" charset="0"/>
              </a:rPr>
              <a:t>The model showed strong performance in detecting severe KOA (Grade 4) and healthy knees (Grade 0), with high precision and recall. However, the model struggled with detecting early-stage KOA (Grade 1), with precision and recall for Grade 1 being significantly lower. </a:t>
            </a:r>
          </a:p>
          <a:p>
            <a:pPr marL="0" indent="0" algn="just">
              <a:buNone/>
            </a:pPr>
            <a:r>
              <a:rPr lang="en-US" sz="1800" dirty="0">
                <a:latin typeface="Times New Roman" panose="02020603050405020304" pitchFamily="18" charset="0"/>
                <a:cs typeface="Times New Roman" panose="02020603050405020304" pitchFamily="18" charset="0"/>
              </a:rPr>
              <a:t>The overall F1-score was 0.7596, indicating a moderate balance between precision and recall. The confusion matrix revealed that the model correctly identified Grade 0 and Grade 4 but frequently misclassified Grade 1 as Grade 0 or Grade 2. Inference time was efficient at 0.18 seconds per image, making the model suitable for real-time clinical applications. </a:t>
            </a:r>
          </a:p>
          <a:p>
            <a:pPr marL="0" indent="0" algn="just">
              <a:buNone/>
            </a:pPr>
            <a:r>
              <a:rPr lang="en-US" sz="1800" dirty="0">
                <a:latin typeface="Times New Roman" panose="02020603050405020304" pitchFamily="18" charset="0"/>
                <a:cs typeface="Times New Roman" panose="02020603050405020304" pitchFamily="18" charset="0"/>
              </a:rPr>
              <a:t>Although the hybrid model improves classification accuracy, particularly for advanced stages of KOA, further work is needed to enhance early-stage detection, possibly through data augmentation, fine-tuning, and advanced techniques like region-of-interest detection.</a:t>
            </a:r>
          </a:p>
        </p:txBody>
      </p:sp>
      <p:sp>
        <p:nvSpPr>
          <p:cNvPr id="7" name="Rectangle 2">
            <a:extLst>
              <a:ext uri="{FF2B5EF4-FFF2-40B4-BE49-F238E27FC236}">
                <a16:creationId xmlns:a16="http://schemas.microsoft.com/office/drawing/2014/main" id="{1E337E7F-40FA-EA46-98AA-8D2ACB7C4EDA}"/>
              </a:ext>
            </a:extLst>
          </p:cNvPr>
          <p:cNvSpPr txBox="1">
            <a:spLocks noChangeArrowheads="1"/>
          </p:cNvSpPr>
          <p:nvPr/>
        </p:nvSpPr>
        <p:spPr>
          <a:xfrm>
            <a:off x="628650" y="30063"/>
            <a:ext cx="6536079" cy="870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dirty="0">
                <a:solidFill>
                  <a:schemeClr val="bg1"/>
                </a:solidFill>
                <a:latin typeface="Times New Roman" panose="02020603050405020304" pitchFamily="18" charset="0"/>
                <a:cs typeface="Times New Roman" panose="02020603050405020304" pitchFamily="18" charset="0"/>
              </a:rPr>
              <a:t>CONCLUSION</a:t>
            </a:r>
          </a:p>
        </p:txBody>
      </p:sp>
      <p:sp>
        <p:nvSpPr>
          <p:cNvPr id="2" name="Slide Number Placeholder 1">
            <a:extLst>
              <a:ext uri="{FF2B5EF4-FFF2-40B4-BE49-F238E27FC236}">
                <a16:creationId xmlns:a16="http://schemas.microsoft.com/office/drawing/2014/main" id="{22BC0B08-B5FC-BAA5-311E-BC9C47ADF31D}"/>
              </a:ext>
            </a:extLst>
          </p:cNvPr>
          <p:cNvSpPr>
            <a:spLocks noGrp="1"/>
          </p:cNvSpPr>
          <p:nvPr>
            <p:ph type="sldNum" sz="quarter" idx="12"/>
          </p:nvPr>
        </p:nvSpPr>
        <p:spPr/>
        <p:txBody>
          <a:bodyPr/>
          <a:lstStyle/>
          <a:p>
            <a:fld id="{1825A77A-971A-3244-890F-3B99F774724A}" type="slidenum">
              <a:rPr lang="en-US" smtClean="0"/>
              <a:pPr/>
              <a:t>18</a:t>
            </a:fld>
            <a:endParaRPr lang="en-US" dirty="0"/>
          </a:p>
        </p:txBody>
      </p:sp>
    </p:spTree>
    <p:extLst>
      <p:ext uri="{BB962C8B-B14F-4D97-AF65-F5344CB8AC3E}">
        <p14:creationId xmlns:p14="http://schemas.microsoft.com/office/powerpoint/2010/main" val="1803680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81C75F-C6A1-F249-8911-735ED4C2D23D}"/>
              </a:ext>
            </a:extLst>
          </p:cNvPr>
          <p:cNvSpPr>
            <a:spLocks noGrp="1"/>
          </p:cNvSpPr>
          <p:nvPr>
            <p:ph sz="half" idx="1"/>
          </p:nvPr>
        </p:nvSpPr>
        <p:spPr>
          <a:xfrm>
            <a:off x="628650" y="1143000"/>
            <a:ext cx="7886700" cy="5027394"/>
          </a:xfrm>
        </p:spPr>
        <p:txBody>
          <a:bodyPr>
            <a:normAutofit/>
          </a:bodyPr>
          <a:lstStyle/>
          <a:p>
            <a:pPr marL="0" indent="0">
              <a:buNone/>
            </a:pPr>
            <a:r>
              <a:rPr lang="en-IN" sz="1600" dirty="0">
                <a:latin typeface="Times New Roman" panose="02020603050405020304" pitchFamily="18" charset="0"/>
                <a:cs typeface="Times New Roman" panose="02020603050405020304" pitchFamily="18" charset="0"/>
              </a:rPr>
              <a:t>Enhancing Early-Stage KOA Detection:</a:t>
            </a:r>
          </a:p>
          <a:p>
            <a:pPr marL="0" indent="0">
              <a:buNone/>
            </a:pPr>
            <a:r>
              <a:rPr lang="en-US" sz="1600" dirty="0">
                <a:latin typeface="Times New Roman" panose="02020603050405020304" pitchFamily="18" charset="0"/>
                <a:cs typeface="Times New Roman" panose="02020603050405020304" pitchFamily="18" charset="0"/>
              </a:rPr>
              <a:t>The model performs well for advanced KOA stages but needs improvement for early-stage detection (Grade 1 and Grade 2). Future work will focus on enhancing the model’s sensitivity to subtle joint changes, enabling earlier diagnosis and preventative treatment for patients.</a:t>
            </a:r>
          </a:p>
          <a:p>
            <a:pPr marL="0" indent="0" algn="just">
              <a:buNone/>
            </a:pPr>
            <a:r>
              <a:rPr lang="en-IN" sz="1600" dirty="0">
                <a:latin typeface="Times New Roman" panose="02020603050405020304" pitchFamily="18" charset="0"/>
                <a:cs typeface="Times New Roman" panose="02020603050405020304" pitchFamily="18" charset="0"/>
              </a:rPr>
              <a:t>Real-Time Clinical Deployment:</a:t>
            </a:r>
          </a:p>
          <a:p>
            <a:pPr marL="0" indent="0" algn="just">
              <a:buNone/>
            </a:pPr>
            <a:r>
              <a:rPr lang="en-US" sz="1600" dirty="0">
                <a:latin typeface="Times New Roman" panose="02020603050405020304" pitchFamily="18" charset="0"/>
                <a:cs typeface="Times New Roman" panose="02020603050405020304" pitchFamily="18" charset="0"/>
              </a:rPr>
              <a:t>Future improvements will aim to optimize the model for real-time use in clinical settings. This includes reducing inference time through techniques like quantization, ensuring quick, accurate grading in busy medical environments.</a:t>
            </a:r>
          </a:p>
          <a:p>
            <a:pPr marL="0" indent="0" algn="just">
              <a:buNone/>
            </a:pPr>
            <a:r>
              <a:rPr lang="en-IN" sz="1600" dirty="0">
                <a:latin typeface="Times New Roman" panose="02020603050405020304" pitchFamily="18" charset="0"/>
                <a:cs typeface="Times New Roman" panose="02020603050405020304" pitchFamily="18" charset="0"/>
              </a:rPr>
              <a:t>Integration with EHR Systems:</a:t>
            </a:r>
          </a:p>
          <a:p>
            <a:pPr marL="0" indent="0" algn="just">
              <a:buNone/>
            </a:pPr>
            <a:r>
              <a:rPr lang="en-US" sz="1600" dirty="0">
                <a:latin typeface="Times New Roman" panose="02020603050405020304" pitchFamily="18" charset="0"/>
                <a:cs typeface="Times New Roman" panose="02020603050405020304" pitchFamily="18" charset="0"/>
              </a:rPr>
              <a:t>The model will be integrated with Electronic Health Records (EHR) to automatically store KOA grades along with patient history, supporting personalized care and enabling continuous monitoring of disease progression.</a:t>
            </a:r>
          </a:p>
          <a:p>
            <a:pPr marL="0" indent="0" algn="just">
              <a:buNone/>
            </a:pPr>
            <a:r>
              <a:rPr lang="en-IN" sz="1600" dirty="0">
                <a:latin typeface="Times New Roman" panose="02020603050405020304" pitchFamily="18" charset="0"/>
                <a:cs typeface="Times New Roman" panose="02020603050405020304" pitchFamily="18" charset="0"/>
              </a:rPr>
              <a:t>Multi-modal Imaging for Improved Accuracy:</a:t>
            </a:r>
          </a:p>
          <a:p>
            <a:pPr marL="0" indent="0" algn="just">
              <a:buNone/>
            </a:pPr>
            <a:r>
              <a:rPr lang="en-US" sz="1600" dirty="0">
                <a:latin typeface="Times New Roman" panose="02020603050405020304" pitchFamily="18" charset="0"/>
                <a:cs typeface="Times New Roman" panose="02020603050405020304" pitchFamily="18" charset="0"/>
              </a:rPr>
              <a:t>Future work will explore integrating MRI and CT scans with X-ray images to improve the model’s accuracy, offering a more comprehensive diagnosis of KOA and supporting more informed treatment decisions.</a:t>
            </a:r>
          </a:p>
          <a:p>
            <a:pPr marL="0" indent="0" algn="just">
              <a:buNone/>
            </a:pPr>
            <a:endParaRPr lang="en-US" sz="20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F0A7DF44-3DAB-B743-93F0-C6ABA765A070}"/>
              </a:ext>
            </a:extLst>
          </p:cNvPr>
          <p:cNvSpPr/>
          <p:nvPr/>
        </p:nvSpPr>
        <p:spPr>
          <a:xfrm>
            <a:off x="4094144" y="3278959"/>
            <a:ext cx="955711" cy="300082"/>
          </a:xfrm>
          <a:prstGeom prst="rect">
            <a:avLst/>
          </a:prstGeom>
        </p:spPr>
        <p:txBody>
          <a:bodyPr wrap="none">
            <a:spAutoFit/>
          </a:bodyPr>
          <a:lstStyle/>
          <a:p>
            <a:r>
              <a:rPr lang="en-US" dirty="0">
                <a:solidFill>
                  <a:srgbClr val="FFFFFF"/>
                </a:solidFill>
              </a:rPr>
              <a:t>Conclusion</a:t>
            </a:r>
            <a:endParaRPr lang="en-US" dirty="0"/>
          </a:p>
        </p:txBody>
      </p:sp>
      <p:sp>
        <p:nvSpPr>
          <p:cNvPr id="7" name="Rectangle 2">
            <a:extLst>
              <a:ext uri="{FF2B5EF4-FFF2-40B4-BE49-F238E27FC236}">
                <a16:creationId xmlns:a16="http://schemas.microsoft.com/office/drawing/2014/main" id="{41B7E36A-E709-2A49-87DB-0514E99099BA}"/>
              </a:ext>
            </a:extLst>
          </p:cNvPr>
          <p:cNvSpPr txBox="1">
            <a:spLocks noChangeArrowheads="1"/>
          </p:cNvSpPr>
          <p:nvPr/>
        </p:nvSpPr>
        <p:spPr>
          <a:xfrm>
            <a:off x="628650" y="30063"/>
            <a:ext cx="6536079" cy="870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dirty="0">
                <a:solidFill>
                  <a:schemeClr val="bg1"/>
                </a:solidFill>
                <a:latin typeface="Times New Roman" panose="02020603050405020304" pitchFamily="18" charset="0"/>
                <a:cs typeface="Times New Roman" panose="02020603050405020304" pitchFamily="18" charset="0"/>
              </a:rPr>
              <a:t>FUTURE WORK</a:t>
            </a:r>
          </a:p>
        </p:txBody>
      </p:sp>
      <p:sp>
        <p:nvSpPr>
          <p:cNvPr id="2" name="Slide Number Placeholder 1">
            <a:extLst>
              <a:ext uri="{FF2B5EF4-FFF2-40B4-BE49-F238E27FC236}">
                <a16:creationId xmlns:a16="http://schemas.microsoft.com/office/drawing/2014/main" id="{8E9D95AC-7C9F-4104-805C-0291CA50ECDB}"/>
              </a:ext>
            </a:extLst>
          </p:cNvPr>
          <p:cNvSpPr>
            <a:spLocks noGrp="1"/>
          </p:cNvSpPr>
          <p:nvPr>
            <p:ph type="sldNum" sz="quarter" idx="12"/>
          </p:nvPr>
        </p:nvSpPr>
        <p:spPr/>
        <p:txBody>
          <a:bodyPr/>
          <a:lstStyle/>
          <a:p>
            <a:fld id="{1825A77A-971A-3244-890F-3B99F774724A}" type="slidenum">
              <a:rPr lang="en-US" smtClean="0"/>
              <a:pPr/>
              <a:t>19</a:t>
            </a:fld>
            <a:endParaRPr lang="en-US" dirty="0"/>
          </a:p>
        </p:txBody>
      </p:sp>
    </p:spTree>
    <p:extLst>
      <p:ext uri="{BB962C8B-B14F-4D97-AF65-F5344CB8AC3E}">
        <p14:creationId xmlns:p14="http://schemas.microsoft.com/office/powerpoint/2010/main" val="11107551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44DDEF-9499-0848-9FF9-781097E13E62}"/>
              </a:ext>
            </a:extLst>
          </p:cNvPr>
          <p:cNvSpPr>
            <a:spLocks noGrp="1"/>
          </p:cNvSpPr>
          <p:nvPr>
            <p:ph sz="half" idx="1"/>
          </p:nvPr>
        </p:nvSpPr>
        <p:spPr>
          <a:xfrm>
            <a:off x="628650" y="1308295"/>
            <a:ext cx="7886700" cy="4862099"/>
          </a:xfrm>
        </p:spPr>
        <p:txBody>
          <a:bodyPr>
            <a:noAutofit/>
          </a:bodyPr>
          <a:lstStyle/>
          <a:p>
            <a:pPr marL="342900" marR="0" lvl="0" indent="-342900" algn="just">
              <a:lnSpc>
                <a:spcPct val="200000"/>
              </a:lnSpc>
              <a:spcAft>
                <a:spcPts val="800"/>
              </a:spcAft>
              <a:buFont typeface="+mj-lt"/>
              <a:buAutoNum type="arabicPeriod"/>
            </a:pPr>
            <a:r>
              <a:rPr lang="en-US" sz="1100" dirty="0">
                <a:latin typeface="Times New Roman" panose="02020603050405020304" pitchFamily="18" charset="0"/>
                <a:cs typeface="Times New Roman" panose="02020603050405020304" pitchFamily="18" charset="0"/>
              </a:rPr>
              <a:t>Mohammed, A. S., et al., “Knee Osteoarthritis Detection and Severity Classification Using X‑ray Images,” Journal of Imaging, vol. 12, no. 12, 2022. </a:t>
            </a:r>
            <a:r>
              <a:rPr lang="en-US" sz="1100" dirty="0" err="1">
                <a:latin typeface="Times New Roman" panose="02020603050405020304" pitchFamily="18" charset="0"/>
                <a:cs typeface="Times New Roman" panose="02020603050405020304" pitchFamily="18" charset="0"/>
              </a:rPr>
              <a:t>MDPIJahan</a:t>
            </a:r>
            <a:r>
              <a:rPr lang="en-US" sz="1100" dirty="0">
                <a:latin typeface="Times New Roman" panose="02020603050405020304" pitchFamily="18" charset="0"/>
                <a:cs typeface="Times New Roman" panose="02020603050405020304" pitchFamily="18" charset="0"/>
              </a:rPr>
              <a:t>, M. K. (2025). Enhancing the YOLOv8 Model for Real-Time Object Detection. </a:t>
            </a:r>
            <a:r>
              <a:rPr lang="en-US" sz="1100" i="1" dirty="0">
                <a:latin typeface="Times New Roman" panose="02020603050405020304" pitchFamily="18" charset="0"/>
                <a:cs typeface="Times New Roman" panose="02020603050405020304" pitchFamily="18" charset="0"/>
              </a:rPr>
              <a:t>Nature Scientific Reports</a:t>
            </a:r>
            <a:r>
              <a:rPr lang="en-US" sz="1100" dirty="0">
                <a:latin typeface="Times New Roman" panose="02020603050405020304" pitchFamily="18" charset="0"/>
                <a:cs typeface="Times New Roman" panose="02020603050405020304" pitchFamily="18" charset="0"/>
              </a:rPr>
              <a:t>. </a:t>
            </a:r>
            <a:r>
              <a:rPr lang="en-US" sz="1100" dirty="0">
                <a:latin typeface="Times New Roman" panose="02020603050405020304" pitchFamily="18" charset="0"/>
                <a:cs typeface="Times New Roman" panose="02020603050405020304" pitchFamily="18" charset="0"/>
                <a:hlinkClick r:id="rId2"/>
              </a:rPr>
              <a:t>https://www.nature.com/articles/s41598-025-08413-4</a:t>
            </a:r>
            <a:endParaRPr lang="en-US" sz="1100" dirty="0">
              <a:latin typeface="Times New Roman" panose="02020603050405020304" pitchFamily="18" charset="0"/>
              <a:cs typeface="Times New Roman" panose="02020603050405020304" pitchFamily="18" charset="0"/>
            </a:endParaRPr>
          </a:p>
          <a:p>
            <a:pPr marL="342900" marR="0" lvl="0" indent="-342900" algn="just">
              <a:lnSpc>
                <a:spcPct val="200000"/>
              </a:lnSpc>
              <a:spcAft>
                <a:spcPts val="800"/>
              </a:spcAft>
              <a:buFont typeface="+mj-lt"/>
              <a:buAutoNum type="arabicPeriod"/>
            </a:pPr>
            <a:r>
              <a:rPr lang="en-US" sz="1100" dirty="0">
                <a:latin typeface="Times New Roman" panose="02020603050405020304" pitchFamily="18" charset="0"/>
                <a:cs typeface="Times New Roman" panose="02020603050405020304" pitchFamily="18" charset="0"/>
              </a:rPr>
              <a:t>Wang, Y., et al., “A </a:t>
            </a:r>
            <a:r>
              <a:rPr lang="en-US" sz="1100" dirty="0" err="1">
                <a:latin typeface="Times New Roman" panose="02020603050405020304" pitchFamily="18" charset="0"/>
                <a:cs typeface="Times New Roman" panose="02020603050405020304" pitchFamily="18" charset="0"/>
              </a:rPr>
              <a:t>ResNet</a:t>
            </a:r>
            <a:r>
              <a:rPr lang="en-US" sz="1100" dirty="0">
                <a:latin typeface="Times New Roman" panose="02020603050405020304" pitchFamily="18" charset="0"/>
                <a:cs typeface="Times New Roman" panose="02020603050405020304" pitchFamily="18" charset="0"/>
              </a:rPr>
              <a:t>‑based approach for accurate radiographic knee osteoarthritis classification,” IET Image Processing, 2022. IET Research Journal</a:t>
            </a:r>
          </a:p>
          <a:p>
            <a:pPr marL="342900" marR="0" lvl="0" indent="-342900" algn="just">
              <a:lnSpc>
                <a:spcPct val="200000"/>
              </a:lnSpc>
              <a:spcAft>
                <a:spcPts val="800"/>
              </a:spcAft>
              <a:buFont typeface="+mj-lt"/>
              <a:buAutoNum type="arabicPeriod"/>
            </a:pPr>
            <a:r>
              <a:rPr lang="en-US" sz="1100" dirty="0">
                <a:latin typeface="Times New Roman" panose="02020603050405020304" pitchFamily="18" charset="0"/>
                <a:cs typeface="Times New Roman" panose="02020603050405020304" pitchFamily="18" charset="0"/>
              </a:rPr>
              <a:t>Pi, S.‑W., Lee, B.‑D., Lee, M. S., &amp; H. J. Lee, “Ensemble deep‑learning networks for automated osteoarthritis grading in knee X‑ray images,” Scientific Reports, vol. 13, 2023. </a:t>
            </a:r>
          </a:p>
          <a:p>
            <a:pPr marL="342900" marR="0" lvl="0" indent="-342900" algn="just">
              <a:lnSpc>
                <a:spcPct val="200000"/>
              </a:lnSpc>
              <a:spcAft>
                <a:spcPts val="800"/>
              </a:spcAft>
              <a:buFont typeface="+mj-lt"/>
              <a:buAutoNum type="arabicPeriod"/>
            </a:pPr>
            <a:r>
              <a:rPr lang="en-US" sz="1100" dirty="0" err="1">
                <a:latin typeface="Times New Roman" panose="02020603050405020304" pitchFamily="18" charset="0"/>
                <a:cs typeface="Times New Roman" panose="02020603050405020304" pitchFamily="18" charset="0"/>
              </a:rPr>
              <a:t>Alavanthar</a:t>
            </a:r>
            <a:r>
              <a:rPr lang="en-US" sz="1100" dirty="0">
                <a:latin typeface="Times New Roman" panose="02020603050405020304" pitchFamily="18" charset="0"/>
                <a:cs typeface="Times New Roman" panose="02020603050405020304" pitchFamily="18" charset="0"/>
              </a:rPr>
              <a:t>, L., Stalin, J., Mystica, K. J., “Deep Learning‑Based Framework for Automated Classification of Knee Osteoarthritis Severity and Detection of Joint Space Width in X‑Ray Imaging,” Proceedings of ICSICE 2024, Atlantis Press, 2025. </a:t>
            </a:r>
          </a:p>
          <a:p>
            <a:pPr marL="342900" marR="0" lvl="0" indent="-342900" algn="just">
              <a:lnSpc>
                <a:spcPct val="200000"/>
              </a:lnSpc>
              <a:spcAft>
                <a:spcPts val="800"/>
              </a:spcAft>
              <a:buFont typeface="+mj-lt"/>
              <a:buAutoNum type="arabicPeriod"/>
            </a:pPr>
            <a:r>
              <a:rPr lang="en-US" sz="1100" dirty="0">
                <a:latin typeface="Times New Roman" panose="02020603050405020304" pitchFamily="18" charset="0"/>
                <a:cs typeface="Times New Roman" panose="02020603050405020304" pitchFamily="18" charset="0"/>
              </a:rPr>
              <a:t>Kalpana, V., et al., “Evaluating the efficacy of deep learning models for knee osteoarthritis from radiographs,” Artificial Intelligence in Medicine, 2023.</a:t>
            </a:r>
          </a:p>
          <a:p>
            <a:pPr marL="342900" marR="0" lvl="0" indent="-342900" algn="just">
              <a:lnSpc>
                <a:spcPct val="200000"/>
              </a:lnSpc>
              <a:spcAft>
                <a:spcPts val="800"/>
              </a:spcAft>
              <a:buFont typeface="+mj-lt"/>
              <a:buAutoNum type="arabicPeriod"/>
            </a:pPr>
            <a:endParaRPr lang="en-US" sz="1100" dirty="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DEA7237B-41C8-C945-8A8B-F98542EAD940}"/>
              </a:ext>
            </a:extLst>
          </p:cNvPr>
          <p:cNvSpPr txBox="1">
            <a:spLocks noChangeArrowheads="1"/>
          </p:cNvSpPr>
          <p:nvPr/>
        </p:nvSpPr>
        <p:spPr>
          <a:xfrm>
            <a:off x="628650" y="30063"/>
            <a:ext cx="6536079" cy="870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dirty="0">
                <a:solidFill>
                  <a:schemeClr val="bg1"/>
                </a:solidFill>
                <a:latin typeface="Times New Roman" panose="02020603050405020304" pitchFamily="18" charset="0"/>
                <a:cs typeface="Times New Roman" panose="02020603050405020304" pitchFamily="18" charset="0"/>
              </a:rPr>
              <a:t>REFERENCES</a:t>
            </a:r>
          </a:p>
        </p:txBody>
      </p:sp>
      <p:sp>
        <p:nvSpPr>
          <p:cNvPr id="2" name="Slide Number Placeholder 1">
            <a:extLst>
              <a:ext uri="{FF2B5EF4-FFF2-40B4-BE49-F238E27FC236}">
                <a16:creationId xmlns:a16="http://schemas.microsoft.com/office/drawing/2014/main" id="{2A708A80-5276-43A4-AB04-3C04926F5D8B}"/>
              </a:ext>
            </a:extLst>
          </p:cNvPr>
          <p:cNvSpPr>
            <a:spLocks noGrp="1"/>
          </p:cNvSpPr>
          <p:nvPr>
            <p:ph type="sldNum" sz="quarter" idx="12"/>
          </p:nvPr>
        </p:nvSpPr>
        <p:spPr/>
        <p:txBody>
          <a:bodyPr/>
          <a:lstStyle/>
          <a:p>
            <a:fld id="{1825A77A-971A-3244-890F-3B99F774724A}" type="slidenum">
              <a:rPr lang="en-US" smtClean="0"/>
              <a:pPr/>
              <a:t>20</a:t>
            </a:fld>
            <a:endParaRPr lang="en-US" dirty="0"/>
          </a:p>
        </p:txBody>
      </p:sp>
    </p:spTree>
    <p:extLst>
      <p:ext uri="{BB962C8B-B14F-4D97-AF65-F5344CB8AC3E}">
        <p14:creationId xmlns:p14="http://schemas.microsoft.com/office/powerpoint/2010/main" val="1371564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A93304-03D7-493E-92D6-38FC853DA1C0}"/>
              </a:ext>
            </a:extLst>
          </p:cNvPr>
          <p:cNvSpPr>
            <a:spLocks noGrp="1"/>
          </p:cNvSpPr>
          <p:nvPr>
            <p:ph type="sldNum" sz="quarter" idx="12"/>
          </p:nvPr>
        </p:nvSpPr>
        <p:spPr/>
        <p:txBody>
          <a:bodyPr/>
          <a:lstStyle/>
          <a:p>
            <a:fld id="{1825A77A-971A-3244-890F-3B99F774724A}" type="slidenum">
              <a:rPr lang="en-US" smtClean="0"/>
              <a:pPr/>
              <a:t>21</a:t>
            </a:fld>
            <a:endParaRPr lang="en-US" dirty="0"/>
          </a:p>
        </p:txBody>
      </p:sp>
      <p:sp>
        <p:nvSpPr>
          <p:cNvPr id="5" name="Title 1">
            <a:extLst>
              <a:ext uri="{FF2B5EF4-FFF2-40B4-BE49-F238E27FC236}">
                <a16:creationId xmlns:a16="http://schemas.microsoft.com/office/drawing/2014/main" id="{1DCFDDDB-0F2B-4CC6-8C8A-5C6670B6DE9E}"/>
              </a:ext>
            </a:extLst>
          </p:cNvPr>
          <p:cNvSpPr txBox="1">
            <a:spLocks/>
          </p:cNvSpPr>
          <p:nvPr/>
        </p:nvSpPr>
        <p:spPr>
          <a:xfrm>
            <a:off x="5688672" y="2552995"/>
            <a:ext cx="2911715" cy="1603800"/>
          </a:xfrm>
          <a:prstGeom prst="rect">
            <a:avLst/>
          </a:prstGeom>
        </p:spPr>
        <p:txBody>
          <a:bodyPr>
            <a:normAutofit/>
          </a:bodyPr>
          <a:lstStyle>
            <a:lvl1pPr algn="l" defTabSz="914377"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Times New Roman" panose="02020603050405020304" pitchFamily="18" charset="0"/>
                <a:cs typeface="Times New Roman" panose="02020603050405020304" pitchFamily="18" charset="0"/>
              </a:rPr>
              <a:t>Questions</a:t>
            </a:r>
          </a:p>
        </p:txBody>
      </p:sp>
    </p:spTree>
    <p:extLst>
      <p:ext uri="{BB962C8B-B14F-4D97-AF65-F5344CB8AC3E}">
        <p14:creationId xmlns:p14="http://schemas.microsoft.com/office/powerpoint/2010/main" val="374959971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2431</TotalTime>
  <Words>2748</Words>
  <Application>Microsoft Office PowerPoint</Application>
  <PresentationFormat>On-screen Show (4:3)</PresentationFormat>
  <Paragraphs>161</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Classification of Osteoarthritis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Microsoft Office User</dc:creator>
  <cp:lastModifiedBy>vaibhav jaiswal</cp:lastModifiedBy>
  <cp:revision>87</cp:revision>
  <dcterms:created xsi:type="dcterms:W3CDTF">2020-12-17T21:21:33Z</dcterms:created>
  <dcterms:modified xsi:type="dcterms:W3CDTF">2025-12-09T20:48:47Z</dcterms:modified>
</cp:coreProperties>
</file>